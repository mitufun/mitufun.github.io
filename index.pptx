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05" r:id="rId5"/>
    <p:sldId id="296" r:id="rId6"/>
    <p:sldId id="331" r:id="rId7"/>
    <p:sldId id="306" r:id="rId8"/>
    <p:sldId id="315" r:id="rId9"/>
    <p:sldId id="321" r:id="rId10"/>
    <p:sldId id="320" r:id="rId11"/>
    <p:sldId id="324" r:id="rId12"/>
    <p:sldId id="317" r:id="rId13"/>
    <p:sldId id="325" r:id="rId14"/>
    <p:sldId id="319" r:id="rId15"/>
    <p:sldId id="326" r:id="rId16"/>
    <p:sldId id="316" r:id="rId17"/>
  </p:sldIdLst>
  <p:sldSz cx="12192000" cy="6858000"/>
  <p:notesSz cx="6858000" cy="9144000"/>
  <p:custDataLst>
    <p:tags r:id="rId20"/>
  </p:custDataLst>
  <p:defaultTextStyle>
    <a:defPPr rtl="0">
      <a:defRPr lang="zh-CN"/>
    </a:defPPr>
    <a:lvl1pPr marL="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作者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7D9"/>
    <a:srgbClr val="93D3D9"/>
    <a:srgbClr val="AAD6FF"/>
    <a:srgbClr val="B2C8CD"/>
    <a:srgbClr val="CCD8D6"/>
    <a:srgbClr val="4F5945"/>
    <a:srgbClr val="73292A"/>
    <a:srgbClr val="7F867A"/>
    <a:srgbClr val="A65B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79" autoAdjust="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9" d="100"/>
          <a:sy n="79" d="100"/>
        </p:scale>
        <p:origin x="393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zh-CN" sz="1200"/>
            </a:lvl1pPr>
          </a:lstStyle>
          <a:p>
            <a:pPr rtl="0"/>
            <a:endParaRPr 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zh-CN" sz="1200"/>
            </a:lvl1pPr>
          </a:lstStyle>
          <a:p>
            <a:pPr rtl="0"/>
            <a:fld id="{79A58FD6-9F9D-472F-BAC5-DC79AF0F874E}" type="datetime1">
              <a:rPr lang="zh-CN" altLang="en-US" smtClean="0"/>
              <a:t>2024/6/11</a:t>
            </a:fld>
            <a:endParaRPr 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zh-CN" sz="1200"/>
            </a:lvl1pPr>
          </a:lstStyle>
          <a:p>
            <a:pPr rtl="0"/>
            <a:endParaRPr 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zh-CN" sz="1200"/>
            </a:lvl1pPr>
          </a:lstStyle>
          <a:p>
            <a:pPr rtl="0"/>
            <a:fld id="{17369B77-94AB-0344-9EBF-9DB9EE8D3ABC}" type="slidenum">
              <a:rPr lang="en-US" altLang="zh-CN" smtClean="0"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zh-CN" sz="1200"/>
            </a:lvl1pPr>
          </a:lstStyle>
          <a:p>
            <a:pPr rtl="0"/>
            <a:endParaRPr 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zh-CN" sz="1200"/>
            </a:lvl1pPr>
          </a:lstStyle>
          <a:p>
            <a:pPr rtl="0"/>
            <a:fld id="{8D0F44F8-7870-48E0-8D1F-45263C5C7300}" type="datetime1">
              <a:rPr lang="zh-CN" altLang="en-US" smtClean="0"/>
              <a:t>2024/6/11</a:t>
            </a:fld>
            <a:endParaRPr lang="zh-CN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zh-CN"/>
            </a:defPPr>
          </a:lstStyle>
          <a:p>
            <a:pPr lvl="0" rtl="0"/>
            <a:r>
              <a:rPr lang="zh-CN"/>
              <a:t>单击此处编辑母版文本样式</a:t>
            </a:r>
          </a:p>
          <a:p>
            <a:pPr lvl="1" rtl="0"/>
            <a:r>
              <a:rPr lang="zh-CN"/>
              <a:t>第二级</a:t>
            </a:r>
          </a:p>
          <a:p>
            <a:pPr lvl="2" rtl="0"/>
            <a:r>
              <a:rPr lang="zh-CN"/>
              <a:t>第三级</a:t>
            </a:r>
          </a:p>
          <a:p>
            <a:pPr lvl="3" rtl="0"/>
            <a:r>
              <a:rPr lang="zh-CN"/>
              <a:t>第四级</a:t>
            </a:r>
          </a:p>
          <a:p>
            <a:pPr lvl="4" rtl="0"/>
            <a:r>
              <a:rPr lang="zh-CN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zh-CN" sz="1200"/>
            </a:lvl1pPr>
          </a:lstStyle>
          <a:p>
            <a:pPr rtl="0"/>
            <a:endParaRPr 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zh-CN" sz="1200"/>
            </a:lvl1pPr>
          </a:lstStyle>
          <a:p>
            <a:pPr rtl="0"/>
            <a:fld id="{0775476F-A808-1F46-A368-07984F6DA22E}" type="slidenum">
              <a:rPr lang="en-US" altLang="zh-CN" smtClean="0"/>
              <a:t>‹#›</a:t>
            </a:fld>
            <a:endParaRPr 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6pPr>
    <a:lvl7pPr marL="27432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7pPr>
    <a:lvl8pPr marL="32004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8pPr>
    <a:lvl9pPr marL="3657600" algn="l" defTabSz="914400" rtl="0" eaLnBrk="1" latinLnBrk="0" hangingPunct="1">
      <a:defRPr lang="zh-CN" sz="1200" kern="1200">
        <a:solidFill>
          <a:schemeClr val="tx1"/>
        </a:solidFill>
        <a:latin typeface="+mn-ea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775476F-A808-1F46-A368-07984F6DA22E}" type="slidenum">
              <a:rPr lang="en-US" altLang="zh-CN" smtClean="0"/>
              <a:t>1</a:t>
            </a:fld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0775476F-A808-1F46-A368-07984F6DA22E}" type="slidenum">
              <a:rPr lang="en-US" altLang="zh-CN" smtClean="0"/>
              <a:t>2</a:t>
            </a:fld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775476F-A808-1F46-A368-07984F6DA22E}" type="slidenum">
              <a:rPr lang="en-US" altLang="zh-CN" smtClean="0"/>
              <a:t>4</a:t>
            </a:fld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775476F-A808-1F46-A368-07984F6DA22E}" type="slidenum">
              <a:rPr lang="en-US" altLang="zh-CN" smtClean="0"/>
              <a:t>5</a:t>
            </a:fld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775476F-A808-1F46-A368-07984F6DA22E}" type="slidenum">
              <a:rPr lang="en-US" altLang="zh-CN" smtClean="0"/>
              <a:t>6</a:t>
            </a:fld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775476F-A808-1F46-A368-07984F6DA22E}" type="slidenum">
              <a:rPr lang="en-US" altLang="zh-CN" smtClean="0"/>
              <a:t>7</a:t>
            </a:fld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775476F-A808-1F46-A368-07984F6DA22E}" type="slidenum">
              <a:rPr lang="en-US" altLang="zh-CN" smtClean="0"/>
              <a:t>8</a:t>
            </a:fld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775476F-A808-1F46-A368-07984F6DA22E}" type="slidenum">
              <a:rPr lang="en-US" altLang="zh-CN" smtClean="0"/>
              <a:t>9</a:t>
            </a:fld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775476F-A808-1F46-A368-07984F6DA22E}" type="slidenum">
              <a:rPr lang="en-US" altLang="zh-CN" smtClean="0"/>
              <a:t>10</a:t>
            </a:fld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775476F-A808-1F46-A368-07984F6DA22E}" type="slidenum">
              <a:rPr lang="en-US" altLang="zh-CN" smtClean="0"/>
              <a:t>11</a:t>
            </a:fld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775476F-A808-1F46-A368-07984F6DA22E}" type="slidenum">
              <a:rPr lang="en-US" altLang="zh-CN" smtClean="0"/>
              <a:t>12</a:t>
            </a:fld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0775476F-A808-1F46-A368-07984F6DA22E}" type="slidenum">
              <a:rPr lang="en-US" altLang="zh-CN" smtClean="0"/>
              <a:t>13</a:t>
            </a:fld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包含文字、植物的图片&#10;&#10;说明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210" y="0"/>
            <a:ext cx="8392026" cy="6858000"/>
          </a:xfrm>
          <a:prstGeom prst="rect">
            <a:avLst/>
          </a:prstGeom>
        </p:spPr>
      </p:pic>
      <p:sp>
        <p:nvSpPr>
          <p:cNvPr id="7" name="椭圆形 6"/>
          <p:cNvSpPr/>
          <p:nvPr userDrawn="1"/>
        </p:nvSpPr>
        <p:spPr>
          <a:xfrm>
            <a:off x="3300284" y="654912"/>
            <a:ext cx="5591432" cy="559143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cxnSp>
        <p:nvCxnSpPr>
          <p:cNvPr id="9" name="直接连接符​​(S) 8"/>
          <p:cNvCxnSpPr/>
          <p:nvPr userDrawn="1"/>
        </p:nvCxnSpPr>
        <p:spPr>
          <a:xfrm>
            <a:off x="4359876" y="4300155"/>
            <a:ext cx="3472249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图片 10" descr="包含文字的图片&#10;&#10;说明已自动生成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9961" y="4157464"/>
            <a:ext cx="972078" cy="285381"/>
          </a:xfrm>
          <a:prstGeom prst="rect">
            <a:avLst/>
          </a:prstGeom>
        </p:spPr>
      </p:pic>
      <p:sp>
        <p:nvSpPr>
          <p:cNvPr id="17" name="椭圆形 16"/>
          <p:cNvSpPr/>
          <p:nvPr userDrawn="1"/>
        </p:nvSpPr>
        <p:spPr>
          <a:xfrm>
            <a:off x="3447535" y="807312"/>
            <a:ext cx="5296930" cy="529693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pic>
        <p:nvPicPr>
          <p:cNvPr id="13" name="图片 12" descr="包含陶瓷、瓷器的图片&#10;&#10;说明已自动生成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338" y="4814449"/>
            <a:ext cx="1668775" cy="1621434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0777" y="1164252"/>
            <a:ext cx="818801" cy="84550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749296" y="2660904"/>
            <a:ext cx="6693408" cy="1088136"/>
          </a:xfrm>
        </p:spPr>
        <p:txBody>
          <a:bodyPr rtlCol="0" anchor="b">
            <a:noAutofit/>
          </a:bodyPr>
          <a:lstStyle>
            <a:lvl1pPr algn="ctr">
              <a:defRPr lang="zh-CN" sz="46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596384" y="2267712"/>
            <a:ext cx="2999232" cy="438912"/>
          </a:xfrm>
        </p:spPr>
        <p:txBody>
          <a:bodyPr rtlCol="0"/>
          <a:lstStyle>
            <a:lvl1pPr marL="0" indent="0" algn="ctr">
              <a:buNone/>
              <a:defRPr lang="zh-CN" sz="2400"/>
            </a:lvl1pPr>
            <a:lvl2pPr marL="457200" indent="0" algn="ctr">
              <a:buNone/>
              <a:defRPr lang="zh-CN" sz="2000"/>
            </a:lvl2pPr>
            <a:lvl3pPr marL="914400" indent="0" algn="ctr">
              <a:buNone/>
              <a:defRPr lang="zh-CN" sz="1800"/>
            </a:lvl3pPr>
            <a:lvl4pPr marL="1371600" indent="0" algn="ctr">
              <a:buNone/>
              <a:defRPr lang="zh-CN" sz="1600"/>
            </a:lvl4pPr>
            <a:lvl5pPr marL="1828800" indent="0" algn="ctr">
              <a:buNone/>
              <a:defRPr lang="zh-CN" sz="1600"/>
            </a:lvl5pPr>
            <a:lvl6pPr marL="2286000" indent="0" algn="ctr">
              <a:buNone/>
              <a:defRPr lang="zh-CN" sz="1600"/>
            </a:lvl6pPr>
            <a:lvl7pPr marL="2743200" indent="0" algn="ctr">
              <a:buNone/>
              <a:defRPr lang="zh-CN" sz="1600"/>
            </a:lvl7pPr>
            <a:lvl8pPr marL="3200400" indent="0" algn="ctr">
              <a:buNone/>
              <a:defRPr lang="zh-CN" sz="1600"/>
            </a:lvl8pPr>
            <a:lvl9pPr marL="3657600" indent="0" algn="ctr">
              <a:buNone/>
              <a:defRPr lang="zh-CN" sz="1600"/>
            </a:lvl9pPr>
          </a:lstStyle>
          <a:p>
            <a:pPr rtl="0"/>
            <a:r>
              <a:rPr lang="zh-CN" altLang="en-US"/>
              <a:t>单击此处编辑母版副标题样式</a:t>
            </a:r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包含织物的图片&#10;&#10;说明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013" y="1162701"/>
            <a:ext cx="1562100" cy="4394200"/>
          </a:xfrm>
          <a:prstGeom prst="rect">
            <a:avLst/>
          </a:prstGeom>
        </p:spPr>
      </p:pic>
      <p:sp>
        <p:nvSpPr>
          <p:cNvPr id="10" name="长方形 9"/>
          <p:cNvSpPr/>
          <p:nvPr userDrawn="1"/>
        </p:nvSpPr>
        <p:spPr>
          <a:xfrm>
            <a:off x="0" y="0"/>
            <a:ext cx="6096000" cy="68695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pic>
        <p:nvPicPr>
          <p:cNvPr id="13" name="图片 12" descr="一簇花&#10;&#10;自动生成的可信度较低的说明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59852" flipH="1">
            <a:off x="1760954" y="2048834"/>
            <a:ext cx="1230524" cy="228732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83880" y="978408"/>
            <a:ext cx="3749040" cy="1325880"/>
          </a:xfrm>
        </p:spPr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en-US" altLang="zh-CN" smtClean="0"/>
              <a:t>‹#›</a:t>
            </a:fld>
            <a:endParaRPr lang="zh-CN" dirty="0"/>
          </a:p>
        </p:txBody>
      </p:sp>
      <p:sp>
        <p:nvSpPr>
          <p:cNvPr id="32" name="内容占位符 5"/>
          <p:cNvSpPr>
            <a:spLocks noGrp="1"/>
          </p:cNvSpPr>
          <p:nvPr>
            <p:ph sz="quarter" idx="4"/>
          </p:nvPr>
        </p:nvSpPr>
        <p:spPr>
          <a:xfrm>
            <a:off x="8183880" y="2194560"/>
            <a:ext cx="3749040" cy="4306824"/>
          </a:xfrm>
        </p:spPr>
        <p:txBody>
          <a:bodyPr rtlCol="0">
            <a:normAutofit/>
          </a:bodyPr>
          <a:lstStyle>
            <a:lvl1pPr marL="0" indent="0">
              <a:lnSpc>
                <a:spcPct val="150000"/>
              </a:lnSpc>
              <a:buClr>
                <a:srgbClr val="73292A"/>
              </a:buClr>
              <a:buNone/>
              <a:defRPr lang="zh-CN" sz="2400"/>
            </a:lvl1pPr>
            <a:lvl2pPr marL="228600">
              <a:buClr>
                <a:srgbClr val="73292A"/>
              </a:buClr>
              <a:defRPr lang="zh-CN" sz="2000"/>
            </a:lvl2pPr>
            <a:lvl3pPr marL="685800">
              <a:buClr>
                <a:srgbClr val="73292A"/>
              </a:buClr>
              <a:defRPr lang="zh-CN" sz="1800"/>
            </a:lvl3pPr>
            <a:lvl4pPr marL="1143000">
              <a:buClr>
                <a:srgbClr val="73292A"/>
              </a:buClr>
              <a:defRPr lang="zh-CN" sz="1600"/>
            </a:lvl4pPr>
            <a:lvl5pPr marL="1600200">
              <a:buClr>
                <a:srgbClr val="73292A"/>
              </a:buClr>
              <a:defRPr lang="zh-CN" sz="1600"/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/>
          </a:p>
        </p:txBody>
      </p:sp>
      <p:pic>
        <p:nvPicPr>
          <p:cNvPr id="6" name="图片 5" descr="包含花朵、植物的图片&#10;&#10;说明已自动生成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235" y="2476883"/>
            <a:ext cx="749300" cy="2755900"/>
          </a:xfrm>
          <a:prstGeom prst="rect">
            <a:avLst/>
          </a:prstGeom>
        </p:spPr>
      </p:pic>
      <p:sp>
        <p:nvSpPr>
          <p:cNvPr id="11" name="文本占位符 33"/>
          <p:cNvSpPr>
            <a:spLocks noGrp="1"/>
          </p:cNvSpPr>
          <p:nvPr>
            <p:ph type="body" sz="quarter" idx="13" hasCustomPrompt="1"/>
          </p:nvPr>
        </p:nvSpPr>
        <p:spPr>
          <a:xfrm>
            <a:off x="1225296" y="1426464"/>
            <a:ext cx="3922776" cy="4242816"/>
          </a:xfrm>
        </p:spPr>
        <p:txBody>
          <a:bodyPr rtlCol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lang="zh-CN" sz="300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 rtl="0"/>
            <a:r>
              <a:rPr lang="zh-CN"/>
              <a:t>X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 userDrawn="1"/>
        </p:nvSpPr>
        <p:spPr>
          <a:xfrm>
            <a:off x="1174276" y="-756"/>
            <a:ext cx="9843449" cy="56904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>
              <a:solidFill>
                <a:schemeClr val="bg1"/>
              </a:solidFill>
            </a:endParaRPr>
          </a:p>
        </p:txBody>
      </p:sp>
      <p:sp>
        <p:nvSpPr>
          <p:cNvPr id="9" name="长方形 8"/>
          <p:cNvSpPr/>
          <p:nvPr userDrawn="1"/>
        </p:nvSpPr>
        <p:spPr>
          <a:xfrm>
            <a:off x="1604189" y="-13446"/>
            <a:ext cx="8983623" cy="52577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pic>
        <p:nvPicPr>
          <p:cNvPr id="11" name="图片 10" descr="包含软体动物、昆虫的图片&#10;&#10;说明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2833" y="5110810"/>
            <a:ext cx="1207554" cy="35451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202474" y="-1953000"/>
            <a:ext cx="1485900" cy="53721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48028" y="1389888"/>
            <a:ext cx="8695944" cy="1325880"/>
          </a:xfrm>
        </p:spPr>
        <p:txBody>
          <a:bodyPr rtlCol="0"/>
          <a:lstStyle>
            <a:lvl1pPr algn="ctr">
              <a:defRPr lang="zh-CN">
                <a:latin typeface="Microsoft YaHei UI" panose="020B0503020204020204" pitchFamily="18" charset="-122"/>
                <a:ea typeface="Microsoft YaHei UI" panose="020B0503020204020204" pitchFamily="18" charset="-122"/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23516" y="2651760"/>
            <a:ext cx="7744968" cy="2697480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Gill Sans Nova Light" panose="020F0302020204030204" pitchFamily="34" charset="0"/>
              </a:defRPr>
            </a:lvl1pPr>
            <a:lvl2pPr algn="ctr">
              <a:lnSpc>
                <a:spcPct val="100000"/>
              </a:lnSpc>
              <a:defRPr lang="zh-CN" sz="180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Gill Sans Nova Light" panose="020F0302020204030204" pitchFamily="34" charset="0"/>
              </a:defRPr>
            </a:lvl2pPr>
            <a:lvl3pPr algn="ctr">
              <a:defRPr lang="zh-CN" sz="160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Gill Sans Nova Light" panose="020F0302020204030204" pitchFamily="34" charset="0"/>
              </a:defRPr>
            </a:lvl3pPr>
            <a:lvl4pPr algn="ctr">
              <a:defRPr lang="zh-CN" sz="140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Gill Sans Nova Light" panose="020F0302020204030204" pitchFamily="34" charset="0"/>
              </a:defRPr>
            </a:lvl4pPr>
            <a:lvl5pPr algn="ctr">
              <a:defRPr lang="zh-CN" sz="140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Gill Sans Nova Light" panose="020F0302020204030204" pitchFamily="34" charset="0"/>
              </a:defRPr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en-US" altLang="zh-CN" smtClean="0"/>
              <a:t>‹#›</a:t>
            </a:fld>
            <a:endParaRPr 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长方形 4"/>
          <p:cNvSpPr/>
          <p:nvPr userDrawn="1"/>
        </p:nvSpPr>
        <p:spPr>
          <a:xfrm>
            <a:off x="0" y="3377183"/>
            <a:ext cx="12192000" cy="23265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pic>
        <p:nvPicPr>
          <p:cNvPr id="11" name="图片 10" descr="植物的特写&#10;&#10;自动生成的可信度较低的说明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387322" y="3187511"/>
            <a:ext cx="1422400" cy="5283200"/>
          </a:xfrm>
          <a:prstGeom prst="rect">
            <a:avLst/>
          </a:prstGeom>
        </p:spPr>
      </p:pic>
      <p:pic>
        <p:nvPicPr>
          <p:cNvPr id="9" name="图片 8" descr="包含被褥、织物的图片&#10;&#10;说明已自动生成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400022" y="287485"/>
            <a:ext cx="1485900" cy="5372100"/>
          </a:xfrm>
          <a:prstGeom prst="rect">
            <a:avLst/>
          </a:prstGeom>
        </p:spPr>
      </p:pic>
      <p:sp>
        <p:nvSpPr>
          <p:cNvPr id="13" name="长方形 12"/>
          <p:cNvSpPr/>
          <p:nvPr userDrawn="1"/>
        </p:nvSpPr>
        <p:spPr>
          <a:xfrm>
            <a:off x="232651" y="3633264"/>
            <a:ext cx="11740896" cy="178975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>
              <a:latin typeface="Microsoft YaHei UI Light" panose="020B0502040204020203" pitchFamily="34" charset="-79"/>
              <a:ea typeface="Microsoft YaHei UI Light" panose="020B0502040204020203" pitchFamily="34" charset="-122"/>
              <a:cs typeface="Gill Sans Light" panose="020B0302020104020203" pitchFamily="34" charset="-79"/>
            </a:endParaRPr>
          </a:p>
        </p:txBody>
      </p:sp>
      <p:pic>
        <p:nvPicPr>
          <p:cNvPr id="15" name="图片 14" descr="包含陶瓷、瓷器的图片&#10;&#10;说明已自动生成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90193">
            <a:off x="6957396" y="5090392"/>
            <a:ext cx="856832" cy="832525"/>
          </a:xfrm>
          <a:prstGeom prst="rect">
            <a:avLst/>
          </a:prstGeom>
        </p:spPr>
      </p:pic>
      <p:pic>
        <p:nvPicPr>
          <p:cNvPr id="17" name="图片 16" descr="包含文字的图片&#10;&#10;说明已自动生成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979" y="3252854"/>
            <a:ext cx="1206427" cy="62135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 userDrawn="1">
            <p:ph type="title"/>
          </p:nvPr>
        </p:nvSpPr>
        <p:spPr>
          <a:xfrm>
            <a:off x="1153668" y="3977640"/>
            <a:ext cx="9884664" cy="731520"/>
          </a:xfrm>
        </p:spPr>
        <p:txBody>
          <a:bodyPr rtlCol="0" anchor="b">
            <a:normAutofit/>
          </a:bodyPr>
          <a:lstStyle>
            <a:lvl1pPr algn="ctr">
              <a:defRPr lang="zh-CN" sz="44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1153668" y="4700016"/>
            <a:ext cx="9884664" cy="457200"/>
          </a:xfrm>
        </p:spPr>
        <p:txBody>
          <a:bodyPr rtlCol="0" anchor="ctr"/>
          <a:lstStyle>
            <a:lvl1pPr marL="0" indent="0" algn="ctr">
              <a:buNone/>
              <a:defRPr lang="zh-CN"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lang="zh-CN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zh-CN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80999"/>
            <a:ext cx="10515600" cy="1325880"/>
          </a:xfrm>
        </p:spPr>
        <p:txBody>
          <a:bodyPr rtlCol="0"/>
          <a:lstStyle>
            <a:lvl1pPr algn="ctr">
              <a:defRPr lang="zh-CN">
                <a:latin typeface="Microsoft YaHei UI" panose="020B0503020204020204" pitchFamily="18" charset="-122"/>
                <a:ea typeface="Microsoft YaHei UI" panose="020B0503020204020204" pitchFamily="18" charset="-122"/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70832"/>
          </a:xfrm>
        </p:spPr>
        <p:txBody>
          <a:bodyPr rtlCol="0"/>
          <a:lstStyle>
            <a:lvl1pPr>
              <a:defRPr lang="zh-CN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Gill Sans Nova Light" panose="020F0302020204030204" pitchFamily="34" charset="0"/>
              </a:defRPr>
            </a:lvl1pPr>
            <a:lvl2pPr>
              <a:defRPr lang="zh-CN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Gill Sans Nova Light" panose="020F0302020204030204" pitchFamily="34" charset="0"/>
              </a:defRPr>
            </a:lvl2pPr>
            <a:lvl3pPr>
              <a:defRPr lang="zh-CN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Gill Sans Nova Light" panose="020F0302020204030204" pitchFamily="34" charset="0"/>
              </a:defRPr>
            </a:lvl3pPr>
            <a:lvl4pPr>
              <a:defRPr lang="zh-CN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Gill Sans Nova Light" panose="020F0302020204030204" pitchFamily="34" charset="0"/>
              </a:defRPr>
            </a:lvl4pPr>
            <a:lvl5pPr>
              <a:defRPr lang="zh-CN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Gill Sans Nova Light" panose="020F0302020204030204" pitchFamily="34" charset="0"/>
              </a:defRPr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en-US" altLang="zh-CN" smtClean="0"/>
              <a:t>‹#›</a:t>
            </a:fld>
            <a:endParaRPr 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绿色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80999"/>
            <a:ext cx="10515600" cy="1325880"/>
          </a:xfrm>
        </p:spPr>
        <p:txBody>
          <a:bodyPr rtlCol="0"/>
          <a:lstStyle>
            <a:lvl1pPr algn="ctr">
              <a:defRPr lang="zh-CN">
                <a:latin typeface="Microsoft YaHei UI" panose="020B0503020204020204" pitchFamily="18" charset="-122"/>
                <a:ea typeface="Microsoft YaHei UI" panose="020B0503020204020204" pitchFamily="18" charset="-122"/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72000"/>
          </a:xfrm>
        </p:spPr>
        <p:txBody>
          <a:bodyPr rtlCol="0"/>
          <a:lstStyle>
            <a:lvl1pPr>
              <a:defRPr lang="zh-CN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Gill Sans Nova Light" panose="020F0302020204030204" pitchFamily="34" charset="0"/>
              </a:defRPr>
            </a:lvl1pPr>
            <a:lvl2pPr>
              <a:defRPr lang="zh-CN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Gill Sans Nova Light" panose="020F0302020204030204" pitchFamily="34" charset="0"/>
              </a:defRPr>
            </a:lvl2pPr>
            <a:lvl3pPr>
              <a:defRPr lang="zh-CN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Gill Sans Nova Light" panose="020F0302020204030204" pitchFamily="34" charset="0"/>
              </a:defRPr>
            </a:lvl3pPr>
            <a:lvl4pPr>
              <a:defRPr lang="zh-CN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Gill Sans Nova Light" panose="020F0302020204030204" pitchFamily="34" charset="0"/>
              </a:defRPr>
            </a:lvl4pPr>
            <a:lvl5pPr>
              <a:defRPr lang="zh-CN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Gill Sans Nova Light" panose="020F0302020204030204" pitchFamily="34" charset="0"/>
              </a:defRPr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en-US" altLang="zh-CN" smtClean="0"/>
              <a:t>‹#›</a:t>
            </a:fld>
            <a:endParaRPr lang="zh-C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长方形 5"/>
          <p:cNvSpPr/>
          <p:nvPr userDrawn="1"/>
        </p:nvSpPr>
        <p:spPr>
          <a:xfrm>
            <a:off x="0" y="1533950"/>
            <a:ext cx="12192000" cy="379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pic>
        <p:nvPicPr>
          <p:cNvPr id="8" name="图片 7" descr="包含织物的图片&#10;&#10;说明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056236" y="-1772981"/>
            <a:ext cx="2147050" cy="6039669"/>
          </a:xfrm>
          <a:prstGeom prst="rect">
            <a:avLst/>
          </a:prstGeom>
        </p:spPr>
      </p:pic>
      <p:sp>
        <p:nvSpPr>
          <p:cNvPr id="12" name="长方形 11"/>
          <p:cNvSpPr/>
          <p:nvPr userDrawn="1"/>
        </p:nvSpPr>
        <p:spPr>
          <a:xfrm>
            <a:off x="225552" y="1796143"/>
            <a:ext cx="11740896" cy="326571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pic>
        <p:nvPicPr>
          <p:cNvPr id="16" name="图片 15" descr="包含花朵、植物的图片&#10;&#10;说明已自动生成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307543" y="-287017"/>
            <a:ext cx="1051334" cy="3866771"/>
          </a:xfrm>
          <a:prstGeom prst="rect">
            <a:avLst/>
          </a:prstGeom>
        </p:spPr>
      </p:pic>
      <p:pic>
        <p:nvPicPr>
          <p:cNvPr id="19" name="图片 18" descr="包含软体动物、昆虫的图片&#10;&#10;说明已自动生成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2222" y="4923380"/>
            <a:ext cx="1207554" cy="35451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43456" y="2404872"/>
            <a:ext cx="8705088" cy="2002536"/>
          </a:xfrm>
        </p:spPr>
        <p:txBody>
          <a:bodyPr rtlCol="0" anchor="t">
            <a:normAutofit/>
          </a:bodyPr>
          <a:lstStyle>
            <a:lvl1pPr algn="ctr">
              <a:defRPr lang="zh-CN" sz="44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743454" y="3964517"/>
            <a:ext cx="8705089" cy="457200"/>
          </a:xfrm>
        </p:spPr>
        <p:txBody>
          <a:bodyPr rtlCol="0" anchor="ctr"/>
          <a:lstStyle>
            <a:lvl1pPr marL="0" indent="0" algn="ctr">
              <a:buNone/>
              <a:defRPr lang="zh-CN" sz="2400">
                <a:solidFill>
                  <a:schemeClr val="accent3"/>
                </a:solidFill>
              </a:defRPr>
            </a:lvl1pPr>
            <a:lvl2pPr marL="457200" indent="0">
              <a:buNone/>
              <a:defRPr lang="zh-CN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zh-CN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27" name="文本占位符 24"/>
          <p:cNvSpPr>
            <a:spLocks noGrp="1"/>
          </p:cNvSpPr>
          <p:nvPr>
            <p:ph type="body" sz="quarter" idx="11" hasCustomPrompt="1"/>
          </p:nvPr>
        </p:nvSpPr>
        <p:spPr>
          <a:xfrm>
            <a:off x="10149667" y="3189069"/>
            <a:ext cx="945473" cy="1936750"/>
          </a:xfrm>
        </p:spPr>
        <p:txBody>
          <a:bodyPr rtlCol="0">
            <a:noAutofit/>
          </a:bodyPr>
          <a:lstStyle>
            <a:lvl1pPr marL="0" indent="0">
              <a:buNone/>
              <a:defRPr lang="zh-CN" sz="14000" b="1">
                <a:solidFill>
                  <a:schemeClr val="tx2"/>
                </a:solidFill>
                <a:latin typeface="+mj-ea"/>
                <a:ea typeface="+mj-ea"/>
              </a:defRPr>
            </a:lvl1pPr>
          </a:lstStyle>
          <a:p>
            <a:pPr lvl="0" rtl="0"/>
            <a:r>
              <a:rPr lang="zh-CN"/>
              <a:t>”</a:t>
            </a:r>
          </a:p>
        </p:txBody>
      </p:sp>
      <p:sp>
        <p:nvSpPr>
          <p:cNvPr id="28" name="文本占位符 24"/>
          <p:cNvSpPr>
            <a:spLocks noGrp="1"/>
          </p:cNvSpPr>
          <p:nvPr>
            <p:ph type="body" sz="quarter" idx="10" hasCustomPrompt="1"/>
          </p:nvPr>
        </p:nvSpPr>
        <p:spPr>
          <a:xfrm>
            <a:off x="1033184" y="2136567"/>
            <a:ext cx="941832" cy="1936750"/>
          </a:xfrm>
        </p:spPr>
        <p:txBody>
          <a:bodyPr rtlCol="0">
            <a:noAutofit/>
          </a:bodyPr>
          <a:lstStyle>
            <a:lvl1pPr marL="0" indent="0">
              <a:buNone/>
              <a:defRPr lang="zh-CN" sz="14000" b="1">
                <a:solidFill>
                  <a:schemeClr val="tx2"/>
                </a:solidFill>
                <a:latin typeface="+mj-ea"/>
                <a:ea typeface="+mj-ea"/>
              </a:defRPr>
            </a:lvl1pPr>
          </a:lstStyle>
          <a:p>
            <a:pPr lvl="0" rtl="0"/>
            <a:r>
              <a:rPr lang="zh-CN"/>
              <a:t>“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布局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长方形 5"/>
          <p:cNvSpPr/>
          <p:nvPr userDrawn="1"/>
        </p:nvSpPr>
        <p:spPr>
          <a:xfrm>
            <a:off x="553443" y="0"/>
            <a:ext cx="11105522" cy="62446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sp>
        <p:nvSpPr>
          <p:cNvPr id="8" name="长方形 7"/>
          <p:cNvSpPr/>
          <p:nvPr userDrawn="1"/>
        </p:nvSpPr>
        <p:spPr>
          <a:xfrm>
            <a:off x="877579" y="0"/>
            <a:ext cx="10460969" cy="58727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pic>
        <p:nvPicPr>
          <p:cNvPr id="10" name="图片 9" descr="包含软体动物、昆虫的图片&#10;&#10;说明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275" y="5738220"/>
            <a:ext cx="1207554" cy="35451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ctr">
              <a:defRPr lang="zh-CN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22" name="图片占位符 17"/>
          <p:cNvSpPr>
            <a:spLocks noGrp="1" noChangeAspect="1"/>
          </p:cNvSpPr>
          <p:nvPr>
            <p:ph type="pic" sz="quarter" idx="12"/>
          </p:nvPr>
        </p:nvSpPr>
        <p:spPr>
          <a:xfrm>
            <a:off x="1375868" y="1797050"/>
            <a:ext cx="2057400" cy="2058988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lang="zh-CN" sz="1800"/>
            </a:lvl1pPr>
          </a:lstStyle>
          <a:p>
            <a:pPr rtl="0"/>
            <a:r>
              <a:rPr lang="zh-CN" altLang="en-US"/>
              <a:t>单击图标添加图片</a:t>
            </a:r>
            <a:endParaRPr lang="zh-CN" dirty="0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3"/>
          </p:nvPr>
        </p:nvSpPr>
        <p:spPr>
          <a:xfrm>
            <a:off x="1326173" y="3946525"/>
            <a:ext cx="2194560" cy="35560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2000">
                <a:latin typeface="Microsoft YaHei UI" panose="020B0503020204020204" pitchFamily="18" charset="-122"/>
                <a:ea typeface="Microsoft YaHei UI" panose="020B0503020204020204" pitchFamily="18" charset="-122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21" name="文本占位符 19"/>
          <p:cNvSpPr>
            <a:spLocks noGrp="1"/>
          </p:cNvSpPr>
          <p:nvPr>
            <p:ph type="body" sz="quarter" idx="14"/>
          </p:nvPr>
        </p:nvSpPr>
        <p:spPr>
          <a:xfrm>
            <a:off x="1328309" y="4306415"/>
            <a:ext cx="2194560" cy="27432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600">
                <a:latin typeface="+mn-ea"/>
                <a:ea typeface="+mn-ea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1" name="图片占位符 17"/>
          <p:cNvSpPr>
            <a:spLocks noGrp="1" noChangeAspect="1"/>
          </p:cNvSpPr>
          <p:nvPr>
            <p:ph type="pic" sz="quarter" idx="17"/>
          </p:nvPr>
        </p:nvSpPr>
        <p:spPr>
          <a:xfrm>
            <a:off x="3828270" y="1797050"/>
            <a:ext cx="2057400" cy="2058988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lang="zh-CN" sz="1800"/>
            </a:lvl1pPr>
          </a:lstStyle>
          <a:p>
            <a:pPr rtl="0"/>
            <a:r>
              <a:rPr lang="zh-CN" altLang="en-US"/>
              <a:t>单击图标添加图片</a:t>
            </a:r>
            <a:endParaRPr lang="zh-CN" dirty="0"/>
          </a:p>
        </p:txBody>
      </p:sp>
      <p:sp>
        <p:nvSpPr>
          <p:cNvPr id="33" name="文本占位符 19"/>
          <p:cNvSpPr>
            <a:spLocks noGrp="1"/>
          </p:cNvSpPr>
          <p:nvPr>
            <p:ph type="body" sz="quarter" idx="19"/>
          </p:nvPr>
        </p:nvSpPr>
        <p:spPr>
          <a:xfrm>
            <a:off x="3763663" y="3926721"/>
            <a:ext cx="2194560" cy="35560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2000">
                <a:latin typeface="Microsoft YaHei UI" panose="020B0503020204020204" pitchFamily="18" charset="-122"/>
                <a:ea typeface="Microsoft YaHei UI" panose="020B0503020204020204" pitchFamily="18" charset="-122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2" name="文本占位符 19"/>
          <p:cNvSpPr>
            <a:spLocks noGrp="1"/>
          </p:cNvSpPr>
          <p:nvPr>
            <p:ph type="body" sz="quarter" idx="18"/>
          </p:nvPr>
        </p:nvSpPr>
        <p:spPr>
          <a:xfrm>
            <a:off x="3765799" y="4286611"/>
            <a:ext cx="2194560" cy="27432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600">
                <a:latin typeface="+mn-ea"/>
                <a:ea typeface="+mn-ea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0" name="图片占位符 17"/>
          <p:cNvSpPr>
            <a:spLocks noGrp="1" noChangeAspect="1"/>
          </p:cNvSpPr>
          <p:nvPr>
            <p:ph type="pic" sz="quarter" idx="16"/>
          </p:nvPr>
        </p:nvSpPr>
        <p:spPr>
          <a:xfrm>
            <a:off x="6280672" y="1797050"/>
            <a:ext cx="2057400" cy="2058988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lang="zh-CN" sz="1800"/>
            </a:lvl1pPr>
          </a:lstStyle>
          <a:p>
            <a:pPr rtl="0"/>
            <a:r>
              <a:rPr lang="zh-CN" altLang="en-US"/>
              <a:t>单击图标添加图片</a:t>
            </a:r>
            <a:endParaRPr lang="zh-CN" dirty="0"/>
          </a:p>
        </p:txBody>
      </p:sp>
      <p:sp>
        <p:nvSpPr>
          <p:cNvPr id="35" name="文本占位符 19"/>
          <p:cNvSpPr>
            <a:spLocks noGrp="1"/>
          </p:cNvSpPr>
          <p:nvPr>
            <p:ph type="body" sz="quarter" idx="21"/>
          </p:nvPr>
        </p:nvSpPr>
        <p:spPr>
          <a:xfrm>
            <a:off x="6216065" y="3946525"/>
            <a:ext cx="2194560" cy="35560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2000">
                <a:latin typeface="Microsoft YaHei UI" panose="020B0503020204020204" pitchFamily="18" charset="-122"/>
                <a:ea typeface="Microsoft YaHei UI" panose="020B0503020204020204" pitchFamily="18" charset="-122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4" name="文本占位符 19"/>
          <p:cNvSpPr>
            <a:spLocks noGrp="1"/>
          </p:cNvSpPr>
          <p:nvPr>
            <p:ph type="body" sz="quarter" idx="20"/>
          </p:nvPr>
        </p:nvSpPr>
        <p:spPr>
          <a:xfrm>
            <a:off x="6218201" y="4306415"/>
            <a:ext cx="2194560" cy="27432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600">
                <a:latin typeface="+mn-ea"/>
                <a:ea typeface="+mn-ea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29" name="图片占位符 17"/>
          <p:cNvSpPr>
            <a:spLocks noGrp="1" noChangeAspect="1"/>
          </p:cNvSpPr>
          <p:nvPr>
            <p:ph type="pic" sz="quarter" idx="15"/>
          </p:nvPr>
        </p:nvSpPr>
        <p:spPr>
          <a:xfrm>
            <a:off x="8733074" y="1797050"/>
            <a:ext cx="2057400" cy="2058988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lang="zh-CN" sz="1800"/>
            </a:lvl1pPr>
          </a:lstStyle>
          <a:p>
            <a:pPr rtl="0"/>
            <a:r>
              <a:rPr lang="zh-CN" altLang="en-US"/>
              <a:t>单击图标添加图片</a:t>
            </a:r>
            <a:endParaRPr lang="zh-CN" dirty="0"/>
          </a:p>
        </p:txBody>
      </p:sp>
      <p:sp>
        <p:nvSpPr>
          <p:cNvPr id="37" name="文本占位符 19"/>
          <p:cNvSpPr>
            <a:spLocks noGrp="1"/>
          </p:cNvSpPr>
          <p:nvPr>
            <p:ph type="body" sz="quarter" idx="23"/>
          </p:nvPr>
        </p:nvSpPr>
        <p:spPr>
          <a:xfrm>
            <a:off x="8666331" y="3946525"/>
            <a:ext cx="2194560" cy="35560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2000">
                <a:latin typeface="Microsoft YaHei UI" panose="020B0503020204020204" pitchFamily="18" charset="-122"/>
                <a:ea typeface="Microsoft YaHei UI" panose="020B0503020204020204" pitchFamily="18" charset="-122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6" name="文本占位符 19"/>
          <p:cNvSpPr>
            <a:spLocks noGrp="1"/>
          </p:cNvSpPr>
          <p:nvPr>
            <p:ph type="body" sz="quarter" idx="22"/>
          </p:nvPr>
        </p:nvSpPr>
        <p:spPr>
          <a:xfrm>
            <a:off x="8668467" y="4306415"/>
            <a:ext cx="2194560" cy="27432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600">
                <a:latin typeface="+mn-ea"/>
                <a:ea typeface="+mn-ea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en-US" altLang="zh-CN" smtClean="0"/>
              <a:t>‹#›</a:t>
            </a:fld>
            <a:endParaRPr 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长方形 5"/>
          <p:cNvSpPr/>
          <p:nvPr userDrawn="1"/>
        </p:nvSpPr>
        <p:spPr>
          <a:xfrm>
            <a:off x="553443" y="0"/>
            <a:ext cx="11105522" cy="62446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sp>
        <p:nvSpPr>
          <p:cNvPr id="8" name="长方形 7"/>
          <p:cNvSpPr/>
          <p:nvPr userDrawn="1"/>
        </p:nvSpPr>
        <p:spPr>
          <a:xfrm>
            <a:off x="877579" y="0"/>
            <a:ext cx="10460969" cy="58727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pic>
        <p:nvPicPr>
          <p:cNvPr id="10" name="图片 9" descr="包含软体动物、昆虫的图片&#10;&#10;说明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275" y="5738220"/>
            <a:ext cx="1207554" cy="35451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ctr">
              <a:defRPr lang="zh-CN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22" name="图片占位符 17"/>
          <p:cNvSpPr>
            <a:spLocks noGrp="1" noChangeAspect="1"/>
          </p:cNvSpPr>
          <p:nvPr>
            <p:ph type="pic" sz="quarter" idx="12"/>
          </p:nvPr>
        </p:nvSpPr>
        <p:spPr>
          <a:xfrm>
            <a:off x="1681364" y="1658061"/>
            <a:ext cx="1160392" cy="1161288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lang="zh-CN" sz="1800"/>
            </a:lvl1pPr>
          </a:lstStyle>
          <a:p>
            <a:pPr rtl="0"/>
            <a:r>
              <a:rPr lang="zh-CN" altLang="en-US"/>
              <a:t>单击图标添加图片</a:t>
            </a:r>
            <a:endParaRPr lang="zh-CN" dirty="0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3"/>
          </p:nvPr>
        </p:nvSpPr>
        <p:spPr>
          <a:xfrm>
            <a:off x="1106424" y="2926080"/>
            <a:ext cx="2322576" cy="182880"/>
          </a:xfr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600" spc="20" baseline="0">
                <a:latin typeface="Microsoft YaHei UI" panose="020B0503020204020204" pitchFamily="18" charset="-122"/>
                <a:ea typeface="Microsoft YaHei UI" panose="020B0503020204020204" pitchFamily="18" charset="-122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21" name="文本占位符 19"/>
          <p:cNvSpPr>
            <a:spLocks noGrp="1"/>
          </p:cNvSpPr>
          <p:nvPr>
            <p:ph type="body" sz="quarter" idx="14"/>
          </p:nvPr>
        </p:nvSpPr>
        <p:spPr>
          <a:xfrm>
            <a:off x="1106424" y="3145536"/>
            <a:ext cx="2322576" cy="265176"/>
          </a:xfr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400" spc="20" baseline="0">
                <a:latin typeface="+mn-ea"/>
                <a:ea typeface="+mn-ea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6" name="图片占位符 17"/>
          <p:cNvSpPr>
            <a:spLocks noGrp="1" noChangeAspect="1"/>
          </p:cNvSpPr>
          <p:nvPr>
            <p:ph type="pic" sz="quarter" idx="26"/>
          </p:nvPr>
        </p:nvSpPr>
        <p:spPr>
          <a:xfrm>
            <a:off x="1681364" y="3818492"/>
            <a:ext cx="1160392" cy="1161288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lang="zh-CN" sz="1800"/>
            </a:lvl1pPr>
          </a:lstStyle>
          <a:p>
            <a:pPr rtl="0"/>
            <a:r>
              <a:rPr lang="zh-CN" altLang="en-US"/>
              <a:t>单击图标添加图片</a:t>
            </a:r>
            <a:endParaRPr lang="zh-CN" dirty="0"/>
          </a:p>
        </p:txBody>
      </p:sp>
      <p:sp>
        <p:nvSpPr>
          <p:cNvPr id="45" name="文本占位符 19"/>
          <p:cNvSpPr>
            <a:spLocks noGrp="1"/>
          </p:cNvSpPr>
          <p:nvPr>
            <p:ph type="body" sz="quarter" idx="25"/>
          </p:nvPr>
        </p:nvSpPr>
        <p:spPr>
          <a:xfrm>
            <a:off x="1106424" y="5086511"/>
            <a:ext cx="2322576" cy="182880"/>
          </a:xfr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600" spc="20" baseline="0">
                <a:latin typeface="Microsoft YaHei UI" panose="020B0503020204020204" pitchFamily="18" charset="-122"/>
                <a:ea typeface="Microsoft YaHei UI" panose="020B0503020204020204" pitchFamily="18" charset="-122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4" name="文本占位符 19"/>
          <p:cNvSpPr>
            <a:spLocks noGrp="1"/>
          </p:cNvSpPr>
          <p:nvPr>
            <p:ph type="body" sz="quarter" idx="24"/>
          </p:nvPr>
        </p:nvSpPr>
        <p:spPr>
          <a:xfrm>
            <a:off x="1106424" y="5305967"/>
            <a:ext cx="2322576" cy="265176"/>
          </a:xfr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400" spc="20" baseline="0">
                <a:latin typeface="+mn-ea"/>
                <a:ea typeface="+mn-ea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1" name="图片占位符 17"/>
          <p:cNvSpPr>
            <a:spLocks noGrp="1" noChangeAspect="1"/>
          </p:cNvSpPr>
          <p:nvPr>
            <p:ph type="pic" sz="quarter" idx="17"/>
          </p:nvPr>
        </p:nvSpPr>
        <p:spPr>
          <a:xfrm>
            <a:off x="4226754" y="1658061"/>
            <a:ext cx="1160392" cy="1161288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lang="zh-CN" sz="1800"/>
            </a:lvl1pPr>
          </a:lstStyle>
          <a:p>
            <a:pPr rtl="0"/>
            <a:r>
              <a:rPr lang="zh-CN" altLang="en-US"/>
              <a:t>单击图标添加图片</a:t>
            </a:r>
            <a:endParaRPr lang="zh-CN" dirty="0"/>
          </a:p>
        </p:txBody>
      </p:sp>
      <p:sp>
        <p:nvSpPr>
          <p:cNvPr id="33" name="文本占位符 19"/>
          <p:cNvSpPr>
            <a:spLocks noGrp="1"/>
          </p:cNvSpPr>
          <p:nvPr>
            <p:ph type="body" sz="quarter" idx="19"/>
          </p:nvPr>
        </p:nvSpPr>
        <p:spPr>
          <a:xfrm>
            <a:off x="3639312" y="2926080"/>
            <a:ext cx="2322576" cy="182880"/>
          </a:xfr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600" spc="20" baseline="0">
                <a:latin typeface="Microsoft YaHei UI" panose="020B0503020204020204" pitchFamily="18" charset="-122"/>
                <a:ea typeface="Microsoft YaHei UI" panose="020B0503020204020204" pitchFamily="18" charset="-122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2" name="文本占位符 19"/>
          <p:cNvSpPr>
            <a:spLocks noGrp="1"/>
          </p:cNvSpPr>
          <p:nvPr>
            <p:ph type="body" sz="quarter" idx="18"/>
          </p:nvPr>
        </p:nvSpPr>
        <p:spPr>
          <a:xfrm>
            <a:off x="3639312" y="3145536"/>
            <a:ext cx="2322576" cy="265176"/>
          </a:xfr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400" spc="20" baseline="0">
                <a:latin typeface="+mn-ea"/>
                <a:ea typeface="+mn-ea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16" name="图片占位符 17"/>
          <p:cNvSpPr>
            <a:spLocks noGrp="1" noChangeAspect="1"/>
          </p:cNvSpPr>
          <p:nvPr>
            <p:ph type="pic" sz="quarter" idx="29"/>
          </p:nvPr>
        </p:nvSpPr>
        <p:spPr>
          <a:xfrm>
            <a:off x="4226754" y="3818492"/>
            <a:ext cx="1160392" cy="1161288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lang="zh-CN" sz="1800"/>
            </a:lvl1pPr>
          </a:lstStyle>
          <a:p>
            <a:pPr rtl="0"/>
            <a:r>
              <a:rPr lang="zh-CN" altLang="en-US"/>
              <a:t>单击图标添加图片</a:t>
            </a:r>
            <a:endParaRPr lang="zh-CN" dirty="0"/>
          </a:p>
        </p:txBody>
      </p:sp>
      <p:sp>
        <p:nvSpPr>
          <p:cNvPr id="23" name="文本占位符 19"/>
          <p:cNvSpPr>
            <a:spLocks noGrp="1"/>
          </p:cNvSpPr>
          <p:nvPr>
            <p:ph type="body" sz="quarter" idx="31"/>
          </p:nvPr>
        </p:nvSpPr>
        <p:spPr>
          <a:xfrm>
            <a:off x="3639312" y="5086511"/>
            <a:ext cx="2322576" cy="182880"/>
          </a:xfr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600" spc="20" baseline="0">
                <a:latin typeface="Microsoft YaHei UI" panose="020B0503020204020204" pitchFamily="18" charset="-122"/>
                <a:ea typeface="Microsoft YaHei UI" panose="020B0503020204020204" pitchFamily="18" charset="-122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18" name="文本占位符 19"/>
          <p:cNvSpPr>
            <a:spLocks noGrp="1"/>
          </p:cNvSpPr>
          <p:nvPr>
            <p:ph type="body" sz="quarter" idx="30"/>
          </p:nvPr>
        </p:nvSpPr>
        <p:spPr>
          <a:xfrm>
            <a:off x="3639312" y="5305967"/>
            <a:ext cx="2322576" cy="265176"/>
          </a:xfr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400" spc="20" baseline="0">
                <a:latin typeface="+mn-ea"/>
                <a:ea typeface="+mn-ea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0" name="图片占位符 17"/>
          <p:cNvSpPr>
            <a:spLocks noGrp="1" noChangeAspect="1"/>
          </p:cNvSpPr>
          <p:nvPr>
            <p:ph type="pic" sz="quarter" idx="16"/>
          </p:nvPr>
        </p:nvSpPr>
        <p:spPr>
          <a:xfrm>
            <a:off x="6772144" y="1658061"/>
            <a:ext cx="1160392" cy="1161288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lang="zh-CN" sz="1800"/>
            </a:lvl1pPr>
          </a:lstStyle>
          <a:p>
            <a:pPr rtl="0"/>
            <a:r>
              <a:rPr lang="zh-CN" altLang="en-US"/>
              <a:t>单击图标添加图片</a:t>
            </a:r>
            <a:endParaRPr lang="zh-CN" dirty="0"/>
          </a:p>
        </p:txBody>
      </p:sp>
      <p:sp>
        <p:nvSpPr>
          <p:cNvPr id="35" name="文本占位符 19"/>
          <p:cNvSpPr>
            <a:spLocks noGrp="1"/>
          </p:cNvSpPr>
          <p:nvPr>
            <p:ph type="body" sz="quarter" idx="21"/>
          </p:nvPr>
        </p:nvSpPr>
        <p:spPr>
          <a:xfrm>
            <a:off x="6172200" y="2926080"/>
            <a:ext cx="2322576" cy="182880"/>
          </a:xfr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600" spc="20" baseline="0">
                <a:latin typeface="Microsoft YaHei UI" panose="020B0503020204020204" pitchFamily="18" charset="-122"/>
                <a:ea typeface="Microsoft YaHei UI" panose="020B0503020204020204" pitchFamily="18" charset="-122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4" name="文本占位符 19"/>
          <p:cNvSpPr>
            <a:spLocks noGrp="1"/>
          </p:cNvSpPr>
          <p:nvPr>
            <p:ph type="body" sz="quarter" idx="20"/>
          </p:nvPr>
        </p:nvSpPr>
        <p:spPr>
          <a:xfrm>
            <a:off x="6172200" y="3145536"/>
            <a:ext cx="2322576" cy="265176"/>
          </a:xfr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400" spc="20" baseline="0">
                <a:latin typeface="+mn-ea"/>
                <a:ea typeface="+mn-ea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14" name="图片占位符 17"/>
          <p:cNvSpPr>
            <a:spLocks noGrp="1" noChangeAspect="1"/>
          </p:cNvSpPr>
          <p:nvPr>
            <p:ph type="pic" sz="quarter" idx="28"/>
          </p:nvPr>
        </p:nvSpPr>
        <p:spPr>
          <a:xfrm>
            <a:off x="6772144" y="3818492"/>
            <a:ext cx="1160392" cy="1161288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lang="zh-CN" sz="1800"/>
            </a:lvl1pPr>
          </a:lstStyle>
          <a:p>
            <a:pPr rtl="0"/>
            <a:r>
              <a:rPr lang="zh-CN" altLang="en-US"/>
              <a:t>单击图标添加图片</a:t>
            </a:r>
            <a:endParaRPr lang="zh-CN" dirty="0"/>
          </a:p>
        </p:txBody>
      </p:sp>
      <p:sp>
        <p:nvSpPr>
          <p:cNvPr id="27" name="文本占位符 19"/>
          <p:cNvSpPr>
            <a:spLocks noGrp="1"/>
          </p:cNvSpPr>
          <p:nvPr>
            <p:ph type="body" sz="quarter" idx="33"/>
          </p:nvPr>
        </p:nvSpPr>
        <p:spPr>
          <a:xfrm>
            <a:off x="6172200" y="5086511"/>
            <a:ext cx="2322576" cy="182880"/>
          </a:xfr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600" spc="20" baseline="0">
                <a:latin typeface="Microsoft YaHei UI" panose="020B0503020204020204" pitchFamily="18" charset="-122"/>
                <a:ea typeface="Microsoft YaHei UI" panose="020B0503020204020204" pitchFamily="18" charset="-122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25" name="文本占位符 19"/>
          <p:cNvSpPr>
            <a:spLocks noGrp="1"/>
          </p:cNvSpPr>
          <p:nvPr>
            <p:ph type="body" sz="quarter" idx="32"/>
          </p:nvPr>
        </p:nvSpPr>
        <p:spPr>
          <a:xfrm>
            <a:off x="6172200" y="5305967"/>
            <a:ext cx="2322576" cy="265176"/>
          </a:xfr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400" spc="20" baseline="0">
                <a:latin typeface="+mn-ea"/>
                <a:ea typeface="+mn-ea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29" name="图片占位符 17"/>
          <p:cNvSpPr>
            <a:spLocks noGrp="1" noChangeAspect="1"/>
          </p:cNvSpPr>
          <p:nvPr>
            <p:ph type="pic" sz="quarter" idx="15"/>
          </p:nvPr>
        </p:nvSpPr>
        <p:spPr>
          <a:xfrm>
            <a:off x="9317533" y="1658061"/>
            <a:ext cx="1160392" cy="1161288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lang="zh-CN" sz="1800"/>
            </a:lvl1pPr>
          </a:lstStyle>
          <a:p>
            <a:pPr rtl="0"/>
            <a:r>
              <a:rPr lang="zh-CN" altLang="en-US"/>
              <a:t>单击图标添加图片</a:t>
            </a:r>
            <a:endParaRPr lang="zh-CN" dirty="0"/>
          </a:p>
        </p:txBody>
      </p:sp>
      <p:sp>
        <p:nvSpPr>
          <p:cNvPr id="37" name="文本占位符 19"/>
          <p:cNvSpPr>
            <a:spLocks noGrp="1"/>
          </p:cNvSpPr>
          <p:nvPr>
            <p:ph type="body" sz="quarter" idx="23"/>
          </p:nvPr>
        </p:nvSpPr>
        <p:spPr>
          <a:xfrm>
            <a:off x="8705088" y="2926080"/>
            <a:ext cx="2322576" cy="182880"/>
          </a:xfr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600" spc="20" baseline="0">
                <a:latin typeface="Microsoft YaHei UI" panose="020B0503020204020204" pitchFamily="18" charset="-122"/>
                <a:ea typeface="Microsoft YaHei UI" panose="020B0503020204020204" pitchFamily="18" charset="-122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6" name="文本占位符 19"/>
          <p:cNvSpPr>
            <a:spLocks noGrp="1"/>
          </p:cNvSpPr>
          <p:nvPr>
            <p:ph type="body" sz="quarter" idx="22"/>
          </p:nvPr>
        </p:nvSpPr>
        <p:spPr>
          <a:xfrm>
            <a:off x="8705088" y="3145536"/>
            <a:ext cx="2322576" cy="265176"/>
          </a:xfr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400" spc="20" baseline="0">
                <a:latin typeface="+mn-ea"/>
                <a:ea typeface="+mn-ea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7" name="图片占位符 17"/>
          <p:cNvSpPr>
            <a:spLocks noGrp="1" noChangeAspect="1"/>
          </p:cNvSpPr>
          <p:nvPr>
            <p:ph type="pic" sz="quarter" idx="27"/>
          </p:nvPr>
        </p:nvSpPr>
        <p:spPr>
          <a:xfrm>
            <a:off x="9317533" y="3818492"/>
            <a:ext cx="1160392" cy="1161288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lang="zh-CN" sz="1800"/>
            </a:lvl1pPr>
          </a:lstStyle>
          <a:p>
            <a:pPr rtl="0"/>
            <a:r>
              <a:rPr lang="zh-CN" altLang="en-US"/>
              <a:t>单击图标添加图片</a:t>
            </a:r>
            <a:endParaRPr lang="zh-CN" dirty="0"/>
          </a:p>
        </p:txBody>
      </p:sp>
      <p:sp>
        <p:nvSpPr>
          <p:cNvPr id="42" name="文本占位符 19"/>
          <p:cNvSpPr>
            <a:spLocks noGrp="1"/>
          </p:cNvSpPr>
          <p:nvPr>
            <p:ph type="body" sz="quarter" idx="35"/>
          </p:nvPr>
        </p:nvSpPr>
        <p:spPr>
          <a:xfrm>
            <a:off x="8705088" y="5086511"/>
            <a:ext cx="2322576" cy="182880"/>
          </a:xfr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600" spc="20" baseline="0">
                <a:latin typeface="Microsoft YaHei UI" panose="020B0503020204020204" pitchFamily="18" charset="-122"/>
                <a:ea typeface="Microsoft YaHei UI" panose="020B0503020204020204" pitchFamily="18" charset="-122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1" name="文本占位符 19"/>
          <p:cNvSpPr>
            <a:spLocks noGrp="1"/>
          </p:cNvSpPr>
          <p:nvPr>
            <p:ph type="body" sz="quarter" idx="34"/>
          </p:nvPr>
        </p:nvSpPr>
        <p:spPr>
          <a:xfrm>
            <a:off x="8705088" y="5305967"/>
            <a:ext cx="2322576" cy="265176"/>
          </a:xfr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zh-CN" sz="1400" spc="20" baseline="0">
                <a:latin typeface="+mn-ea"/>
                <a:ea typeface="+mn-ea"/>
              </a:defRPr>
            </a:lvl1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en-US" altLang="zh-CN" smtClean="0"/>
              <a:t>‹#›</a:t>
            </a:fld>
            <a:endParaRPr 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 userDrawn="1"/>
        </p:nvSpPr>
        <p:spPr>
          <a:xfrm>
            <a:off x="838199" y="196052"/>
            <a:ext cx="10515601" cy="1686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pic>
        <p:nvPicPr>
          <p:cNvPr id="9" name="图片 8" descr="包含织物的图片&#10;&#10;说明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314950" y="-64113"/>
            <a:ext cx="1562100" cy="4394200"/>
          </a:xfrm>
          <a:prstGeom prst="rect">
            <a:avLst/>
          </a:prstGeom>
        </p:spPr>
      </p:pic>
      <p:sp>
        <p:nvSpPr>
          <p:cNvPr id="11" name="长方形 10"/>
          <p:cNvSpPr/>
          <p:nvPr userDrawn="1"/>
        </p:nvSpPr>
        <p:spPr>
          <a:xfrm>
            <a:off x="995423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pic>
        <p:nvPicPr>
          <p:cNvPr id="13" name="图片 12" descr="包含花朵、植物的图片&#10;&#10;说明已自动生成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869421" y="459092"/>
            <a:ext cx="749300" cy="27559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84632"/>
            <a:ext cx="10515600" cy="1133856"/>
          </a:xfrm>
        </p:spPr>
        <p:txBody>
          <a:bodyPr rtlCol="0"/>
          <a:lstStyle>
            <a:lvl1pPr algn="ctr">
              <a:defRPr lang="zh-CN">
                <a:latin typeface="Microsoft YaHei UI" panose="020B0503020204020204" pitchFamily="18" charset="-122"/>
                <a:ea typeface="Microsoft YaHei UI" panose="020B0503020204020204" pitchFamily="18" charset="-122"/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990088"/>
            <a:ext cx="10515600" cy="3474720"/>
          </a:xfrm>
        </p:spPr>
        <p:txBody>
          <a:bodyPr rtlCol="0"/>
          <a:lstStyle>
            <a:lvl1pPr>
              <a:defRPr lang="zh-CN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Gill Sans Nova Light" panose="020F0302020204030204" pitchFamily="34" charset="0"/>
              </a:defRPr>
            </a:lvl1pPr>
            <a:lvl2pPr>
              <a:defRPr lang="zh-CN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Gill Sans Nova Light" panose="020F0302020204030204" pitchFamily="34" charset="0"/>
              </a:defRPr>
            </a:lvl2pPr>
            <a:lvl3pPr>
              <a:defRPr lang="zh-CN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Gill Sans Nova Light" panose="020F0302020204030204" pitchFamily="34" charset="0"/>
              </a:defRPr>
            </a:lvl3pPr>
            <a:lvl4pPr>
              <a:defRPr lang="zh-CN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Gill Sans Nova Light" panose="020F0302020204030204" pitchFamily="34" charset="0"/>
              </a:defRPr>
            </a:lvl4pPr>
            <a:lvl5pPr>
              <a:defRPr lang="zh-CN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Gill Sans Nova Light" panose="020F0302020204030204" pitchFamily="34" charset="0"/>
              </a:defRPr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en-US" altLang="zh-CN" smtClean="0"/>
              <a:t>‹#›</a:t>
            </a:fld>
            <a:endParaRPr 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布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长方形 5"/>
          <p:cNvSpPr/>
          <p:nvPr userDrawn="1"/>
        </p:nvSpPr>
        <p:spPr>
          <a:xfrm>
            <a:off x="4680" y="0"/>
            <a:ext cx="12191999" cy="23092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sp>
        <p:nvSpPr>
          <p:cNvPr id="8" name="长方形 7"/>
          <p:cNvSpPr/>
          <p:nvPr userDrawn="1"/>
        </p:nvSpPr>
        <p:spPr>
          <a:xfrm>
            <a:off x="1007819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pic>
        <p:nvPicPr>
          <p:cNvPr id="10" name="图片 9" descr="包含软体动物、昆虫的图片&#10;&#10;说明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02" y="1631192"/>
            <a:ext cx="1207554" cy="35451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 rtlCol="0"/>
          <a:lstStyle>
            <a:lvl1pPr algn="ctr">
              <a:defRPr lang="zh-CN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en-US" altLang="zh-CN" smtClean="0"/>
              <a:t>‹#›</a:t>
            </a:fld>
            <a:endParaRPr lang="zh-CN" dirty="0"/>
          </a:p>
        </p:txBody>
      </p:sp>
      <p:sp>
        <p:nvSpPr>
          <p:cNvPr id="12" name="内容占位符 11"/>
          <p:cNvSpPr>
            <a:spLocks noGrp="1"/>
          </p:cNvSpPr>
          <p:nvPr>
            <p:ph sz="quarter" idx="12"/>
          </p:nvPr>
        </p:nvSpPr>
        <p:spPr>
          <a:xfrm>
            <a:off x="975360" y="2615184"/>
            <a:ext cx="10241280" cy="3319272"/>
          </a:xfrm>
        </p:spPr>
        <p:txBody>
          <a:bodyPr rtlCol="0"/>
          <a:lstStyle>
            <a:defPPr>
              <a:defRPr lang="zh-CN"/>
            </a:def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长方形 15"/>
          <p:cNvSpPr/>
          <p:nvPr userDrawn="1"/>
        </p:nvSpPr>
        <p:spPr>
          <a:xfrm>
            <a:off x="0" y="0"/>
            <a:ext cx="4873752" cy="68695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pic>
        <p:nvPicPr>
          <p:cNvPr id="36" name="图片 35" descr="树的特写&#10;&#10;自动生成的中等可信度的说明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866459" flipH="1">
            <a:off x="2282032" y="1589693"/>
            <a:ext cx="970220" cy="223612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1072" y="978408"/>
            <a:ext cx="4974336" cy="1325880"/>
          </a:xfrm>
        </p:spPr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en-US" altLang="zh-CN" smtClean="0"/>
              <a:t>‹#›</a:t>
            </a:fld>
            <a:endParaRPr lang="zh-CN" dirty="0"/>
          </a:p>
        </p:txBody>
      </p:sp>
      <p:sp>
        <p:nvSpPr>
          <p:cNvPr id="29" name="文本占位符 2"/>
          <p:cNvSpPr>
            <a:spLocks noGrp="1"/>
          </p:cNvSpPr>
          <p:nvPr>
            <p:ph type="body" idx="1"/>
          </p:nvPr>
        </p:nvSpPr>
        <p:spPr>
          <a:xfrm>
            <a:off x="6291072" y="2322576"/>
            <a:ext cx="5065776" cy="448056"/>
          </a:xfrm>
        </p:spPr>
        <p:txBody>
          <a:bodyPr rtlCol="0"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lang="zh-CN" sz="2000" b="0">
                <a:latin typeface="+mj-ea"/>
                <a:ea typeface="+mj-ea"/>
              </a:defRPr>
            </a:lvl1pPr>
            <a:lvl2pPr marL="457200" indent="0">
              <a:buNone/>
              <a:defRPr lang="zh-CN" sz="2000" b="1"/>
            </a:lvl2pPr>
            <a:lvl3pPr marL="914400" indent="0">
              <a:buNone/>
              <a:defRPr lang="zh-CN" sz="1800" b="1"/>
            </a:lvl3pPr>
            <a:lvl4pPr marL="1371600" indent="0">
              <a:buNone/>
              <a:defRPr lang="zh-CN" sz="1600" b="1"/>
            </a:lvl4pPr>
            <a:lvl5pPr marL="1828800" indent="0">
              <a:buNone/>
              <a:defRPr lang="zh-CN" sz="1600" b="1"/>
            </a:lvl5pPr>
            <a:lvl6pPr marL="2286000" indent="0">
              <a:buNone/>
              <a:defRPr lang="zh-CN" sz="1600" b="1"/>
            </a:lvl6pPr>
            <a:lvl7pPr marL="2743200" indent="0">
              <a:buNone/>
              <a:defRPr lang="zh-CN" sz="1600" b="1"/>
            </a:lvl7pPr>
            <a:lvl8pPr marL="3200400" indent="0">
              <a:buNone/>
              <a:defRPr lang="zh-CN" sz="1600" b="1"/>
            </a:lvl8pPr>
            <a:lvl9pPr marL="3657600" indent="0">
              <a:buNone/>
              <a:defRPr lang="zh-CN"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0" name="内容占位符 3"/>
          <p:cNvSpPr>
            <a:spLocks noGrp="1"/>
          </p:cNvSpPr>
          <p:nvPr>
            <p:ph sz="half" idx="2"/>
          </p:nvPr>
        </p:nvSpPr>
        <p:spPr>
          <a:xfrm>
            <a:off x="6289612" y="2770632"/>
            <a:ext cx="5065776" cy="1554480"/>
          </a:xfrm>
        </p:spPr>
        <p:txBody>
          <a:bodyPr rtlCol="0">
            <a:normAutofit/>
          </a:bodyPr>
          <a:lstStyle>
            <a:lvl1pPr marL="228600" indent="-228600">
              <a:buClr>
                <a:srgbClr val="73292A"/>
              </a:buClr>
              <a:buFont typeface="Arial" panose="020B0604020202020204" pitchFamily="34" charset="0"/>
              <a:buChar char="•"/>
              <a:defRPr lang="zh-CN" sz="1600"/>
            </a:lvl1pPr>
            <a:lvl2pPr marL="685800" indent="-228600">
              <a:buClr>
                <a:srgbClr val="73292A"/>
              </a:buClr>
              <a:buFont typeface="Arial" panose="020B0604020202020204" pitchFamily="34" charset="0"/>
              <a:buChar char="•"/>
              <a:defRPr lang="zh-CN" sz="1400"/>
            </a:lvl2pPr>
            <a:lvl3pPr marL="1143000" indent="-228600">
              <a:buClr>
                <a:srgbClr val="73292A"/>
              </a:buClr>
              <a:buFont typeface="Arial" panose="020B0604020202020204" pitchFamily="34" charset="0"/>
              <a:buChar char="•"/>
              <a:defRPr lang="zh-CN" sz="1200"/>
            </a:lvl3pPr>
            <a:lvl4pPr marL="1600200" indent="-228600">
              <a:buClr>
                <a:srgbClr val="73292A"/>
              </a:buClr>
              <a:buFont typeface="Arial" panose="020B0604020202020204" pitchFamily="34" charset="0"/>
              <a:buChar char="•"/>
              <a:defRPr lang="zh-CN" sz="1100"/>
            </a:lvl4pPr>
            <a:lvl5pPr marL="2057400" indent="-228600">
              <a:buClr>
                <a:srgbClr val="73292A"/>
              </a:buClr>
              <a:buFont typeface="Arial" panose="020B0604020202020204" pitchFamily="34" charset="0"/>
              <a:buChar char="•"/>
              <a:defRPr lang="zh-CN" sz="1100"/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/>
          </a:p>
        </p:txBody>
      </p:sp>
      <p:sp>
        <p:nvSpPr>
          <p:cNvPr id="3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89612" y="4361688"/>
            <a:ext cx="5065776" cy="448056"/>
          </a:xfrm>
        </p:spPr>
        <p:txBody>
          <a:bodyPr rtlCol="0"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lang="zh-CN" sz="2000" b="0">
                <a:latin typeface="+mj-ea"/>
                <a:ea typeface="+mj-ea"/>
              </a:defRPr>
            </a:lvl1pPr>
            <a:lvl2pPr marL="457200" indent="0">
              <a:buNone/>
              <a:defRPr lang="zh-CN" sz="2000" b="1"/>
            </a:lvl2pPr>
            <a:lvl3pPr marL="914400" indent="0">
              <a:buNone/>
              <a:defRPr lang="zh-CN" sz="1800" b="1"/>
            </a:lvl3pPr>
            <a:lvl4pPr marL="1371600" indent="0">
              <a:buNone/>
              <a:defRPr lang="zh-CN" sz="1600" b="1"/>
            </a:lvl4pPr>
            <a:lvl5pPr marL="1828800" indent="0">
              <a:buNone/>
              <a:defRPr lang="zh-CN" sz="1600" b="1"/>
            </a:lvl5pPr>
            <a:lvl6pPr marL="2286000" indent="0">
              <a:buNone/>
              <a:defRPr lang="zh-CN" sz="1600" b="1"/>
            </a:lvl6pPr>
            <a:lvl7pPr marL="2743200" indent="0">
              <a:buNone/>
              <a:defRPr lang="zh-CN" sz="1600" b="1"/>
            </a:lvl7pPr>
            <a:lvl8pPr marL="3200400" indent="0">
              <a:buNone/>
              <a:defRPr lang="zh-CN" sz="1600" b="1"/>
            </a:lvl8pPr>
            <a:lvl9pPr marL="3657600" indent="0">
              <a:buNone/>
              <a:defRPr lang="zh-CN"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32" name="内容占位符 5"/>
          <p:cNvSpPr>
            <a:spLocks noGrp="1"/>
          </p:cNvSpPr>
          <p:nvPr>
            <p:ph sz="quarter" idx="4"/>
          </p:nvPr>
        </p:nvSpPr>
        <p:spPr>
          <a:xfrm>
            <a:off x="6289612" y="4791456"/>
            <a:ext cx="5065776" cy="1408176"/>
          </a:xfrm>
        </p:spPr>
        <p:txBody>
          <a:bodyPr rtlCol="0">
            <a:normAutofit/>
          </a:bodyPr>
          <a:lstStyle>
            <a:lvl1pPr>
              <a:buClr>
                <a:srgbClr val="73292A"/>
              </a:buClr>
              <a:defRPr lang="zh-CN" sz="1600"/>
            </a:lvl1pPr>
            <a:lvl2pPr>
              <a:buClr>
                <a:srgbClr val="73292A"/>
              </a:buClr>
              <a:defRPr lang="zh-CN" sz="1400"/>
            </a:lvl2pPr>
            <a:lvl3pPr>
              <a:buClr>
                <a:srgbClr val="73292A"/>
              </a:buClr>
              <a:defRPr lang="zh-CN" sz="1200"/>
            </a:lvl3pPr>
            <a:lvl4pPr>
              <a:buClr>
                <a:srgbClr val="73292A"/>
              </a:buClr>
              <a:defRPr lang="zh-CN" sz="1100"/>
            </a:lvl4pPr>
            <a:lvl5pPr>
              <a:buClr>
                <a:srgbClr val="73292A"/>
              </a:buClr>
              <a:defRPr lang="zh-CN" sz="1100"/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/>
          </a:p>
        </p:txBody>
      </p:sp>
      <p:pic>
        <p:nvPicPr>
          <p:cNvPr id="38" name="图片 37" descr="一簇花&#10;&#10;自动生成的可信度较低的说明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19083" y="2260473"/>
            <a:ext cx="1245309" cy="2314810"/>
          </a:xfrm>
          <a:prstGeom prst="rect">
            <a:avLst/>
          </a:prstGeom>
        </p:spPr>
      </p:pic>
      <p:sp>
        <p:nvSpPr>
          <p:cNvPr id="34" name="文本占位符 33"/>
          <p:cNvSpPr>
            <a:spLocks noGrp="1"/>
          </p:cNvSpPr>
          <p:nvPr>
            <p:ph type="body" sz="quarter" idx="13" hasCustomPrompt="1"/>
          </p:nvPr>
        </p:nvSpPr>
        <p:spPr>
          <a:xfrm>
            <a:off x="466344" y="1426464"/>
            <a:ext cx="3922776" cy="4242816"/>
          </a:xfrm>
        </p:spPr>
        <p:txBody>
          <a:bodyPr rtlCol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lang="zh-CN" sz="300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 rtl="0"/>
            <a:r>
              <a:rPr lang="zh-CN"/>
              <a:t>X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491679" y="319214"/>
            <a:ext cx="11208641" cy="58577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cxnSp>
        <p:nvCxnSpPr>
          <p:cNvPr id="12" name="直接连接符​​(S) 11"/>
          <p:cNvCxnSpPr/>
          <p:nvPr userDrawn="1"/>
        </p:nvCxnSpPr>
        <p:spPr>
          <a:xfrm>
            <a:off x="837235" y="1767119"/>
            <a:ext cx="10516564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 descr="包含软体动物、昆虫的图片&#10;&#10;说明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658" y="1631192"/>
            <a:ext cx="1207554" cy="35451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>
            <a:lvl1pPr algn="ctr">
              <a:defRPr lang="zh-CN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24712" y="2161563"/>
            <a:ext cx="3200400" cy="427797"/>
          </a:xfrm>
        </p:spPr>
        <p:txBody>
          <a:bodyPr rtlCol="0" anchor="b">
            <a:normAutofit/>
          </a:bodyPr>
          <a:lstStyle>
            <a:lvl1pPr marL="0" indent="0">
              <a:buNone/>
              <a:defRPr lang="zh-CN" sz="2000" b="0">
                <a:latin typeface="+mj-ea"/>
                <a:ea typeface="+mj-ea"/>
              </a:defRPr>
            </a:lvl1pPr>
            <a:lvl2pPr marL="457200" indent="0">
              <a:buNone/>
              <a:defRPr lang="zh-CN" sz="2000" b="1"/>
            </a:lvl2pPr>
            <a:lvl3pPr marL="914400" indent="0">
              <a:buNone/>
              <a:defRPr lang="zh-CN" sz="1800" b="1"/>
            </a:lvl3pPr>
            <a:lvl4pPr marL="1371600" indent="0">
              <a:buNone/>
              <a:defRPr lang="zh-CN" sz="1600" b="1"/>
            </a:lvl4pPr>
            <a:lvl5pPr marL="1828800" indent="0">
              <a:buNone/>
              <a:defRPr lang="zh-CN" sz="1600" b="1"/>
            </a:lvl5pPr>
            <a:lvl6pPr marL="2286000" indent="0">
              <a:buNone/>
              <a:defRPr lang="zh-CN" sz="1600" b="1"/>
            </a:lvl6pPr>
            <a:lvl7pPr marL="2743200" indent="0">
              <a:buNone/>
              <a:defRPr lang="zh-CN" sz="1600" b="1"/>
            </a:lvl7pPr>
            <a:lvl8pPr marL="3200400" indent="0">
              <a:buNone/>
              <a:defRPr lang="zh-CN" sz="1600" b="1"/>
            </a:lvl8pPr>
            <a:lvl9pPr marL="3657600" indent="0">
              <a:buNone/>
              <a:defRPr lang="zh-CN"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24712" y="2629116"/>
            <a:ext cx="3200400" cy="3320861"/>
          </a:xfrm>
        </p:spPr>
        <p:txBody>
          <a:bodyPr rtlCol="0">
            <a:normAutofit/>
          </a:bodyPr>
          <a:lstStyle>
            <a:lvl1pPr marL="228600" indent="-228600">
              <a:buClr>
                <a:srgbClr val="73292A"/>
              </a:buClr>
              <a:buFont typeface="Arial" panose="020B0604020202020204" pitchFamily="34" charset="0"/>
              <a:buChar char="•"/>
              <a:defRPr lang="zh-CN" sz="1600"/>
            </a:lvl1pPr>
            <a:lvl2pPr marL="685800" indent="-228600">
              <a:buClr>
                <a:srgbClr val="73292A"/>
              </a:buClr>
              <a:buFont typeface="Arial" panose="020B0604020202020204" pitchFamily="34" charset="0"/>
              <a:buChar char="•"/>
              <a:defRPr lang="zh-CN" sz="1400"/>
            </a:lvl2pPr>
            <a:lvl3pPr marL="1143000" indent="-228600">
              <a:buClr>
                <a:srgbClr val="73292A"/>
              </a:buClr>
              <a:buFont typeface="Arial" panose="020B0604020202020204" pitchFamily="34" charset="0"/>
              <a:buChar char="•"/>
              <a:defRPr lang="zh-CN" sz="1200"/>
            </a:lvl3pPr>
            <a:lvl4pPr marL="1600200" indent="-228600">
              <a:buClr>
                <a:srgbClr val="73292A"/>
              </a:buClr>
              <a:buFont typeface="Arial" panose="020B0604020202020204" pitchFamily="34" charset="0"/>
              <a:buChar char="•"/>
              <a:defRPr lang="zh-CN" sz="1100"/>
            </a:lvl4pPr>
            <a:lvl5pPr marL="2057400" indent="-228600">
              <a:buClr>
                <a:srgbClr val="73292A"/>
              </a:buClr>
              <a:buFont typeface="Arial" panose="020B0604020202020204" pitchFamily="34" charset="0"/>
              <a:buChar char="•"/>
              <a:defRPr lang="zh-CN" sz="1100"/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498848" y="2161563"/>
            <a:ext cx="3200400" cy="427797"/>
          </a:xfrm>
        </p:spPr>
        <p:txBody>
          <a:bodyPr rtlCol="0" anchor="b">
            <a:normAutofit/>
          </a:bodyPr>
          <a:lstStyle>
            <a:lvl1pPr marL="0" indent="0">
              <a:buNone/>
              <a:defRPr lang="zh-CN" sz="2000" b="0">
                <a:latin typeface="+mj-ea"/>
                <a:ea typeface="+mj-ea"/>
              </a:defRPr>
            </a:lvl1pPr>
            <a:lvl2pPr marL="457200" indent="0">
              <a:buNone/>
              <a:defRPr lang="zh-CN" sz="2000" b="1"/>
            </a:lvl2pPr>
            <a:lvl3pPr marL="914400" indent="0">
              <a:buNone/>
              <a:defRPr lang="zh-CN" sz="1800" b="1"/>
            </a:lvl3pPr>
            <a:lvl4pPr marL="1371600" indent="0">
              <a:buNone/>
              <a:defRPr lang="zh-CN" sz="1600" b="1"/>
            </a:lvl4pPr>
            <a:lvl5pPr marL="1828800" indent="0">
              <a:buNone/>
              <a:defRPr lang="zh-CN" sz="1600" b="1"/>
            </a:lvl5pPr>
            <a:lvl6pPr marL="2286000" indent="0">
              <a:buNone/>
              <a:defRPr lang="zh-CN" sz="1600" b="1"/>
            </a:lvl6pPr>
            <a:lvl7pPr marL="2743200" indent="0">
              <a:buNone/>
              <a:defRPr lang="zh-CN" sz="1600" b="1"/>
            </a:lvl7pPr>
            <a:lvl8pPr marL="3200400" indent="0">
              <a:buNone/>
              <a:defRPr lang="zh-CN" sz="1600" b="1"/>
            </a:lvl8pPr>
            <a:lvl9pPr marL="3657600" indent="0">
              <a:buNone/>
              <a:defRPr lang="zh-CN"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498848" y="2629116"/>
            <a:ext cx="3200400" cy="3320861"/>
          </a:xfrm>
        </p:spPr>
        <p:txBody>
          <a:bodyPr rtlCol="0">
            <a:normAutofit/>
          </a:bodyPr>
          <a:lstStyle>
            <a:lvl1pPr>
              <a:buClr>
                <a:srgbClr val="73292A"/>
              </a:buClr>
              <a:defRPr lang="zh-CN" sz="1600"/>
            </a:lvl1pPr>
            <a:lvl2pPr>
              <a:buClr>
                <a:srgbClr val="73292A"/>
              </a:buClr>
              <a:defRPr lang="zh-CN" sz="1400"/>
            </a:lvl2pPr>
            <a:lvl3pPr>
              <a:buClr>
                <a:srgbClr val="73292A"/>
              </a:buClr>
              <a:defRPr lang="zh-CN" sz="1200"/>
            </a:lvl3pPr>
            <a:lvl4pPr>
              <a:buClr>
                <a:srgbClr val="73292A"/>
              </a:buClr>
              <a:defRPr lang="zh-CN" sz="1100"/>
            </a:lvl4pPr>
            <a:lvl5pPr>
              <a:buClr>
                <a:srgbClr val="73292A"/>
              </a:buClr>
              <a:defRPr lang="zh-CN" sz="1100"/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en-US" altLang="zh-CN" smtClean="0"/>
              <a:t>‹#›</a:t>
            </a:fld>
            <a:endParaRPr lang="zh-CN" dirty="0"/>
          </a:p>
        </p:txBody>
      </p:sp>
      <p:sp>
        <p:nvSpPr>
          <p:cNvPr id="15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7909560" y="2161563"/>
            <a:ext cx="3200400" cy="427797"/>
          </a:xfrm>
        </p:spPr>
        <p:txBody>
          <a:bodyPr rtlCol="0" anchor="b">
            <a:normAutofit/>
          </a:bodyPr>
          <a:lstStyle>
            <a:lvl1pPr marL="0" indent="0">
              <a:buNone/>
              <a:defRPr lang="zh-CN" sz="2000" b="0">
                <a:latin typeface="+mj-ea"/>
                <a:ea typeface="+mj-ea"/>
              </a:defRPr>
            </a:lvl1pPr>
            <a:lvl2pPr marL="457200" indent="0">
              <a:buNone/>
              <a:defRPr lang="zh-CN" sz="2000" b="1"/>
            </a:lvl2pPr>
            <a:lvl3pPr marL="914400" indent="0">
              <a:buNone/>
              <a:defRPr lang="zh-CN" sz="1800" b="1"/>
            </a:lvl3pPr>
            <a:lvl4pPr marL="1371600" indent="0">
              <a:buNone/>
              <a:defRPr lang="zh-CN" sz="1600" b="1"/>
            </a:lvl4pPr>
            <a:lvl5pPr marL="1828800" indent="0">
              <a:buNone/>
              <a:defRPr lang="zh-CN" sz="1600" b="1"/>
            </a:lvl5pPr>
            <a:lvl6pPr marL="2286000" indent="0">
              <a:buNone/>
              <a:defRPr lang="zh-CN" sz="1600" b="1"/>
            </a:lvl6pPr>
            <a:lvl7pPr marL="2743200" indent="0">
              <a:buNone/>
              <a:defRPr lang="zh-CN" sz="1600" b="1"/>
            </a:lvl7pPr>
            <a:lvl8pPr marL="3200400" indent="0">
              <a:buNone/>
              <a:defRPr lang="zh-CN" sz="1600" b="1"/>
            </a:lvl8pPr>
            <a:lvl9pPr marL="3657600" indent="0">
              <a:buNone/>
              <a:defRPr lang="zh-CN"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16" name="内容占位符 5"/>
          <p:cNvSpPr>
            <a:spLocks noGrp="1"/>
          </p:cNvSpPr>
          <p:nvPr>
            <p:ph sz="quarter" idx="14"/>
          </p:nvPr>
        </p:nvSpPr>
        <p:spPr>
          <a:xfrm>
            <a:off x="7909560" y="2629116"/>
            <a:ext cx="3200400" cy="3320861"/>
          </a:xfrm>
        </p:spPr>
        <p:txBody>
          <a:bodyPr rtlCol="0">
            <a:normAutofit/>
          </a:bodyPr>
          <a:lstStyle>
            <a:lvl1pPr>
              <a:buClr>
                <a:srgbClr val="73292A"/>
              </a:buClr>
              <a:defRPr lang="zh-CN" sz="1600"/>
            </a:lvl1pPr>
            <a:lvl2pPr>
              <a:buClr>
                <a:srgbClr val="73292A"/>
              </a:buClr>
              <a:defRPr lang="zh-CN" sz="1400"/>
            </a:lvl2pPr>
            <a:lvl3pPr>
              <a:buClr>
                <a:srgbClr val="73292A"/>
              </a:buClr>
              <a:defRPr lang="zh-CN" sz="1200"/>
            </a:lvl3pPr>
            <a:lvl4pPr>
              <a:buClr>
                <a:srgbClr val="73292A"/>
              </a:buClr>
              <a:defRPr lang="zh-CN" sz="1100"/>
            </a:lvl4pPr>
            <a:lvl5pPr>
              <a:buClr>
                <a:srgbClr val="73292A"/>
              </a:buClr>
              <a:defRPr lang="zh-CN" sz="1100"/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布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包含织物的图片&#10;&#10;说明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013" y="1162701"/>
            <a:ext cx="1562100" cy="4394200"/>
          </a:xfrm>
          <a:prstGeom prst="rect">
            <a:avLst/>
          </a:prstGeom>
        </p:spPr>
      </p:pic>
      <p:sp>
        <p:nvSpPr>
          <p:cNvPr id="18" name="长方形 17"/>
          <p:cNvSpPr/>
          <p:nvPr userDrawn="1"/>
        </p:nvSpPr>
        <p:spPr>
          <a:xfrm>
            <a:off x="0" y="0"/>
            <a:ext cx="6096000" cy="68695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pic>
        <p:nvPicPr>
          <p:cNvPr id="8" name="图片 7" descr="包含花朵、植物的图片&#10;&#10;说明已自动生成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235" y="2476883"/>
            <a:ext cx="749300" cy="2755900"/>
          </a:xfrm>
          <a:prstGeom prst="rect">
            <a:avLst/>
          </a:prstGeom>
        </p:spPr>
      </p:pic>
      <p:pic>
        <p:nvPicPr>
          <p:cNvPr id="10" name="图片 9" descr="花的特写&#10;&#10;自动生成的可信度较低的说明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9809" y="1695833"/>
            <a:ext cx="1155700" cy="4318000"/>
          </a:xfrm>
          <a:prstGeom prst="rect">
            <a:avLst/>
          </a:prstGeom>
        </p:spPr>
      </p:pic>
      <p:pic>
        <p:nvPicPr>
          <p:cNvPr id="12" name="图片 11" descr="花的特写&#10;&#10;自动生成的可信度较低的说明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749" y="381916"/>
            <a:ext cx="1155700" cy="4318000"/>
          </a:xfrm>
          <a:prstGeom prst="rect">
            <a:avLst/>
          </a:prstGeom>
        </p:spPr>
      </p:pic>
      <p:sp>
        <p:nvSpPr>
          <p:cNvPr id="14" name="长方形 13"/>
          <p:cNvSpPr/>
          <p:nvPr userDrawn="1"/>
        </p:nvSpPr>
        <p:spPr>
          <a:xfrm>
            <a:off x="1024128" y="2162946"/>
            <a:ext cx="3794760" cy="2536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sp>
        <p:nvSpPr>
          <p:cNvPr id="16" name="长方形 15"/>
          <p:cNvSpPr/>
          <p:nvPr userDrawn="1"/>
        </p:nvSpPr>
        <p:spPr>
          <a:xfrm>
            <a:off x="1131655" y="2264499"/>
            <a:ext cx="3585549" cy="233542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2184" y="2889504"/>
            <a:ext cx="2852928" cy="1088136"/>
          </a:xfrm>
        </p:spPr>
        <p:txBody>
          <a:bodyPr rtlCol="0"/>
          <a:lstStyle>
            <a:lvl1pPr algn="ctr">
              <a:defRPr lang="zh-CN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19" name="内容占位符 2"/>
          <p:cNvSpPr>
            <a:spLocks noGrp="1"/>
          </p:cNvSpPr>
          <p:nvPr>
            <p:ph idx="1"/>
          </p:nvPr>
        </p:nvSpPr>
        <p:spPr>
          <a:xfrm>
            <a:off x="8211312" y="2011680"/>
            <a:ext cx="2999232" cy="2843784"/>
          </a:xfrm>
        </p:spPr>
        <p:txBody>
          <a:bodyPr rtlCol="0"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lang="zh-CN" sz="240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Gill Sans Nova Light" panose="020F0302020204030204" pitchFamily="34" charset="0"/>
              </a:defRPr>
            </a:lvl1pPr>
            <a:lvl2pPr algn="l">
              <a:lnSpc>
                <a:spcPct val="150000"/>
              </a:lnSpc>
              <a:defRPr lang="zh-CN" sz="200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Gill Sans Nova Light" panose="020F0302020204030204" pitchFamily="34" charset="0"/>
              </a:defRPr>
            </a:lvl2pPr>
            <a:lvl3pPr algn="ctr">
              <a:defRPr lang="zh-CN" sz="160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Gill Sans Nova Light" panose="020F0302020204030204" pitchFamily="34" charset="0"/>
              </a:defRPr>
            </a:lvl3pPr>
            <a:lvl4pPr algn="ctr">
              <a:defRPr lang="zh-CN" sz="140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Gill Sans Nova Light" panose="020F0302020204030204" pitchFamily="34" charset="0"/>
              </a:defRPr>
            </a:lvl4pPr>
            <a:lvl5pPr algn="ctr">
              <a:defRPr lang="zh-CN" sz="140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Gill Sans Nova Light" panose="020F0302020204030204" pitchFamily="34" charset="0"/>
              </a:defRPr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长方形 8"/>
          <p:cNvSpPr/>
          <p:nvPr userDrawn="1"/>
        </p:nvSpPr>
        <p:spPr>
          <a:xfrm>
            <a:off x="4680" y="0"/>
            <a:ext cx="12191999" cy="23092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sp>
        <p:nvSpPr>
          <p:cNvPr id="10" name="长方形 9"/>
          <p:cNvSpPr/>
          <p:nvPr userDrawn="1"/>
        </p:nvSpPr>
        <p:spPr>
          <a:xfrm>
            <a:off x="1007819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pic>
        <p:nvPicPr>
          <p:cNvPr id="11" name="图片 10" descr="包含软体动物、昆虫的图片&#10;&#10;说明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02" y="1631192"/>
            <a:ext cx="1207554" cy="35451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 rtlCol="0"/>
          <a:lstStyle>
            <a:lvl1pPr algn="ctr">
              <a:defRPr lang="zh-CN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2628461"/>
            <a:ext cx="5181600" cy="3548501"/>
          </a:xfrm>
        </p:spPr>
        <p:txBody>
          <a:bodyPr rtlCol="0"/>
          <a:lstStyle>
            <a:defPPr>
              <a:defRPr lang="zh-CN"/>
            </a:def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2628461"/>
            <a:ext cx="5181600" cy="3548501"/>
          </a:xfrm>
        </p:spPr>
        <p:txBody>
          <a:bodyPr rtlCol="0"/>
          <a:lstStyle>
            <a:defPPr>
              <a:defRPr lang="zh-CN"/>
            </a:def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en-US" altLang="zh-CN" smtClean="0"/>
              <a:t>‹#›</a:t>
            </a:fld>
            <a:endParaRPr lang="zh-CN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长方形 2"/>
          <p:cNvSpPr/>
          <p:nvPr userDrawn="1"/>
        </p:nvSpPr>
        <p:spPr>
          <a:xfrm>
            <a:off x="4680" y="0"/>
            <a:ext cx="12191999" cy="23092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sp>
        <p:nvSpPr>
          <p:cNvPr id="6" name="长方形 5"/>
          <p:cNvSpPr/>
          <p:nvPr userDrawn="1"/>
        </p:nvSpPr>
        <p:spPr>
          <a:xfrm>
            <a:off x="1007819" y="319215"/>
            <a:ext cx="10185721" cy="14446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dirty="0"/>
          </a:p>
        </p:txBody>
      </p:sp>
      <p:pic>
        <p:nvPicPr>
          <p:cNvPr id="7" name="图片 6" descr="包含软体动物、昆虫的图片&#10;&#10;说明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902" y="1631192"/>
            <a:ext cx="1207554" cy="354511"/>
          </a:xfrm>
          <a:prstGeom prst="rect">
            <a:avLst/>
          </a:prstGeom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 rtlCol="0"/>
          <a:lstStyle>
            <a:lvl1pPr algn="ctr">
              <a:defRPr lang="zh-CN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en-US" altLang="zh-CN" smtClean="0"/>
              <a:t>‹#›</a:t>
            </a:fld>
            <a:endParaRPr lang="zh-CN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en-US" altLang="zh-CN" smtClean="0"/>
              <a:t>‹#›</a:t>
            </a:fld>
            <a:endParaRPr lang="zh-CN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lang="zh-CN" sz="32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lang="zh-CN" sz="3200"/>
            </a:lvl1pPr>
            <a:lvl2pPr>
              <a:defRPr lang="zh-CN" sz="2800"/>
            </a:lvl2pPr>
            <a:lvl3pPr>
              <a:defRPr lang="zh-CN" sz="2400"/>
            </a:lvl3pPr>
            <a:lvl4pPr>
              <a:defRPr lang="zh-CN" sz="2000"/>
            </a:lvl4pPr>
            <a:lvl5pPr>
              <a:defRPr lang="zh-CN" sz="2000"/>
            </a:lvl5pPr>
            <a:lvl6pPr>
              <a:defRPr lang="zh-CN" sz="2000"/>
            </a:lvl6pPr>
            <a:lvl7pPr>
              <a:defRPr lang="zh-CN" sz="2000"/>
            </a:lvl7pPr>
            <a:lvl8pPr>
              <a:defRPr lang="zh-CN" sz="2000"/>
            </a:lvl8pPr>
            <a:lvl9pPr>
              <a:defRPr lang="zh-CN" sz="20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lang="zh-CN" sz="1600"/>
            </a:lvl1pPr>
            <a:lvl2pPr marL="457200" indent="0">
              <a:buNone/>
              <a:defRPr lang="zh-CN" sz="1400"/>
            </a:lvl2pPr>
            <a:lvl3pPr marL="914400" indent="0">
              <a:buNone/>
              <a:defRPr lang="zh-CN" sz="1200"/>
            </a:lvl3pPr>
            <a:lvl4pPr marL="1371600" indent="0">
              <a:buNone/>
              <a:defRPr lang="zh-CN" sz="1000"/>
            </a:lvl4pPr>
            <a:lvl5pPr marL="1828800" indent="0">
              <a:buNone/>
              <a:defRPr lang="zh-CN" sz="1000"/>
            </a:lvl5pPr>
            <a:lvl6pPr marL="2286000" indent="0">
              <a:buNone/>
              <a:defRPr lang="zh-CN" sz="1000"/>
            </a:lvl6pPr>
            <a:lvl7pPr marL="2743200" indent="0">
              <a:buNone/>
              <a:defRPr lang="zh-CN" sz="1000"/>
            </a:lvl7pPr>
            <a:lvl8pPr marL="3200400" indent="0">
              <a:buNone/>
              <a:defRPr lang="zh-CN" sz="1000"/>
            </a:lvl8pPr>
            <a:lvl9pPr marL="3657600" indent="0">
              <a:buNone/>
              <a:defRPr lang="zh-CN" sz="10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en-US" altLang="zh-CN" smtClean="0"/>
              <a:t>‹#›</a:t>
            </a:fld>
            <a:endParaRPr lang="zh-CN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标题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lang="zh-CN" sz="32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lang="zh-CN" sz="3200"/>
            </a:lvl1pPr>
            <a:lvl2pPr marL="457200" indent="0">
              <a:buNone/>
              <a:defRPr lang="zh-CN" sz="2800"/>
            </a:lvl2pPr>
            <a:lvl3pPr marL="914400" indent="0">
              <a:buNone/>
              <a:defRPr lang="zh-CN" sz="2400"/>
            </a:lvl3pPr>
            <a:lvl4pPr marL="1371600" indent="0">
              <a:buNone/>
              <a:defRPr lang="zh-CN" sz="2000"/>
            </a:lvl4pPr>
            <a:lvl5pPr marL="1828800" indent="0">
              <a:buNone/>
              <a:defRPr lang="zh-CN" sz="2000"/>
            </a:lvl5pPr>
            <a:lvl6pPr marL="2286000" indent="0">
              <a:buNone/>
              <a:defRPr lang="zh-CN" sz="2000"/>
            </a:lvl6pPr>
            <a:lvl7pPr marL="2743200" indent="0">
              <a:buNone/>
              <a:defRPr lang="zh-CN" sz="2000"/>
            </a:lvl7pPr>
            <a:lvl8pPr marL="3200400" indent="0">
              <a:buNone/>
              <a:defRPr lang="zh-CN" sz="2000"/>
            </a:lvl8pPr>
            <a:lvl9pPr marL="3657600" indent="0">
              <a:buNone/>
              <a:defRPr lang="zh-CN" sz="2000"/>
            </a:lvl9pPr>
          </a:lstStyle>
          <a:p>
            <a:pPr rtl="0"/>
            <a:r>
              <a:rPr lang="zh-CN" altLang="en-US"/>
              <a:t>单击图标添加图片</a:t>
            </a:r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lang="zh-CN" sz="1600"/>
            </a:lvl1pPr>
            <a:lvl2pPr marL="457200" indent="0">
              <a:buNone/>
              <a:defRPr lang="zh-CN" sz="1400"/>
            </a:lvl2pPr>
            <a:lvl3pPr marL="914400" indent="0">
              <a:buNone/>
              <a:defRPr lang="zh-CN" sz="1200"/>
            </a:lvl3pPr>
            <a:lvl4pPr marL="1371600" indent="0">
              <a:buNone/>
              <a:defRPr lang="zh-CN" sz="1000"/>
            </a:lvl4pPr>
            <a:lvl5pPr marL="1828800" indent="0">
              <a:buNone/>
              <a:defRPr lang="zh-CN" sz="1000"/>
            </a:lvl5pPr>
            <a:lvl6pPr marL="2286000" indent="0">
              <a:buNone/>
              <a:defRPr lang="zh-CN" sz="1000"/>
            </a:lvl6pPr>
            <a:lvl7pPr marL="2743200" indent="0">
              <a:buNone/>
              <a:defRPr lang="zh-CN" sz="1000"/>
            </a:lvl7pPr>
            <a:lvl8pPr marL="3200400" indent="0">
              <a:buNone/>
              <a:defRPr lang="zh-CN" sz="1000"/>
            </a:lvl8pPr>
            <a:lvl9pPr marL="3657600" indent="0">
              <a:buNone/>
              <a:defRPr lang="zh-CN" sz="10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en-US" altLang="zh-CN" smtClean="0"/>
              <a:t>‹#›</a:t>
            </a:fld>
            <a:endParaRPr lang="zh-C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</a:lstStyle>
          <a:p>
            <a:pPr lvl="0" rtl="0"/>
            <a:r>
              <a:rPr lang="zh-CN"/>
              <a:t>单击此处编辑母版文本样式</a:t>
            </a:r>
          </a:p>
          <a:p>
            <a:pPr lvl="1" rtl="0"/>
            <a:r>
              <a:rPr lang="zh-CN"/>
              <a:t>第二级</a:t>
            </a:r>
          </a:p>
          <a:p>
            <a:pPr lvl="2" rtl="0"/>
            <a:r>
              <a:rPr lang="zh-CN"/>
              <a:t>第三级</a:t>
            </a:r>
          </a:p>
          <a:p>
            <a:pPr lvl="3" rtl="0"/>
            <a:r>
              <a:rPr lang="zh-CN"/>
              <a:t>第四级</a:t>
            </a:r>
          </a:p>
          <a:p>
            <a:pPr lvl="4" rtl="0"/>
            <a:r>
              <a:rPr lang="zh-CN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2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Gill Sans Nova Light" panose="020F0302020204030204" pitchFamily="34" charset="0"/>
              </a:defRPr>
            </a:lvl1pPr>
          </a:lstStyle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080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Gill Sans Nova Light" panose="020F0302020204030204" pitchFamily="34" charset="0"/>
              </a:defRPr>
            </a:lvl1pPr>
          </a:lstStyle>
          <a:p>
            <a:pPr rtl="0"/>
            <a:fld id="{294A09A9-5501-47C1-A89A-A340965A2BE2}" type="slidenum">
              <a:rPr lang="en-US" altLang="zh-CN" smtClean="0"/>
              <a:t>‹#›</a:t>
            </a:fld>
            <a:endParaRPr 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sz="4400" kern="1200">
          <a:solidFill>
            <a:schemeClr val="accent3"/>
          </a:solidFill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73292A"/>
        </a:buClr>
        <a:buFont typeface="Arial" panose="020B0604020202020204" pitchFamily="34" charset="0"/>
        <a:buChar char="•"/>
        <a:defRPr lang="zh-CN" sz="2800" kern="1200">
          <a:solidFill>
            <a:schemeClr val="accent3"/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3292A"/>
        </a:buClr>
        <a:buFont typeface="Arial" panose="020B0604020202020204" pitchFamily="34" charset="0"/>
        <a:buChar char="•"/>
        <a:defRPr lang="zh-CN" sz="2400" kern="1200">
          <a:solidFill>
            <a:schemeClr val="accent3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3292A"/>
        </a:buClr>
        <a:buFont typeface="Arial" panose="020B0604020202020204" pitchFamily="34" charset="0"/>
        <a:buChar char="•"/>
        <a:defRPr lang="zh-CN" sz="2000" kern="1200">
          <a:solidFill>
            <a:schemeClr val="accent3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3292A"/>
        </a:buClr>
        <a:buFont typeface="Arial" panose="020B0604020202020204" pitchFamily="34" charset="0"/>
        <a:buChar char="•"/>
        <a:defRPr lang="zh-CN" sz="1800" kern="1200">
          <a:solidFill>
            <a:schemeClr val="accent3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73292A"/>
        </a:buClr>
        <a:buFont typeface="Arial" panose="020B0604020202020204" pitchFamily="34" charset="0"/>
        <a:buChar char="•"/>
        <a:defRPr lang="zh-CN" sz="1800" kern="1200">
          <a:solidFill>
            <a:schemeClr val="accent3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1pPr>
      <a:lvl2pPr marL="4572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2pPr>
      <a:lvl3pPr marL="9144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3pPr>
      <a:lvl4pPr marL="13716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18288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2860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6pPr>
      <a:lvl7pPr marL="27432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7pPr>
      <a:lvl8pPr marL="32004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8pPr>
      <a:lvl9pPr marL="36576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 altLang="en-US" dirty="0"/>
              <a:t>红楼梦的手法研究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596384" y="2267712"/>
            <a:ext cx="2999232" cy="550902"/>
          </a:xfrm>
        </p:spPr>
        <p:txBody>
          <a:bodyPr rtlCol="0">
            <a:normAutofit fontScale="62500" lnSpcReduction="20000"/>
          </a:bodyPr>
          <a:lstStyle>
            <a:defPPr>
              <a:defRPr lang="zh-CN"/>
            </a:defPPr>
          </a:lstStyle>
          <a:p>
            <a:r>
              <a:rPr lang="zh-CN" altLang="en-US" dirty="0"/>
              <a:t>张祁新 王英屹 赵紫玥 </a:t>
            </a:r>
            <a:endParaRPr lang="en-US" altLang="zh-CN" dirty="0"/>
          </a:p>
          <a:p>
            <a:r>
              <a:rPr lang="zh-CN" altLang="en-US" dirty="0"/>
              <a:t>冀玥文 满宇佳 王辰元</a:t>
            </a:r>
            <a:endParaRPr lang="zh-CN" altLang="zh-CN" dirty="0"/>
          </a:p>
          <a:p>
            <a:pPr rtl="0"/>
            <a:endParaRPr 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altLang="en-US" dirty="0">
                <a:solidFill>
                  <a:schemeClr val="accent3"/>
                </a:solidFill>
                <a:latin typeface="Microsoft YaHei UI" panose="020B0503020204020204" pitchFamily="18" charset="77"/>
                <a:ea typeface="Microsoft YaHei UI" panose="020B0503020204020204" pitchFamily="18" charset="-122"/>
                <a:cs typeface="Calibri Light" panose="020F0302020204030204"/>
              </a:rPr>
              <a:t>目录</a:t>
            </a:r>
            <a:endParaRPr lang="zh-CN" dirty="0">
              <a:solidFill>
                <a:schemeClr val="accent3"/>
              </a:solidFill>
              <a:latin typeface="Microsoft YaHei UI" panose="020B0503020204020204" pitchFamily="18" charset="77"/>
              <a:ea typeface="Microsoft YaHei UI" panose="020B0503020204020204" pitchFamily="18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A</a:t>
            </a:r>
          </a:p>
        </p:txBody>
      </p:sp>
      <p:pic>
        <p:nvPicPr>
          <p:cNvPr id="10" name="图片 9" descr="花叶主题色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41633" flipH="1">
            <a:off x="1654192" y="3058939"/>
            <a:ext cx="1243661" cy="790090"/>
          </a:xfrm>
          <a:prstGeom prst="rect">
            <a:avLst/>
          </a:prstGeom>
        </p:spPr>
      </p:pic>
      <p:pic>
        <p:nvPicPr>
          <p:cNvPr id="1929" name="图片 1928" descr="花叶主题色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260" y="2342954"/>
            <a:ext cx="1791038" cy="203369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>
            <a:defPPr>
              <a:defRPr lang="zh-CN"/>
            </a:defPPr>
          </a:lstStyle>
          <a:p>
            <a:pPr marL="0" indent="0" rtl="0">
              <a:lnSpc>
                <a:spcPct val="150000"/>
              </a:lnSpc>
              <a:buNone/>
            </a:pPr>
            <a:r>
              <a:rPr lang="zh-CN" altLang="en-US" dirty="0"/>
              <a:t>查找的论文</a:t>
            </a:r>
          </a:p>
          <a:p>
            <a:pPr marL="0" indent="0" rtl="0">
              <a:lnSpc>
                <a:spcPct val="150000"/>
              </a:lnSpc>
              <a:buNone/>
            </a:pPr>
            <a:r>
              <a:rPr lang="zh-CN" altLang="en-US" dirty="0"/>
              <a:t>引言</a:t>
            </a:r>
            <a:endParaRPr lang="en-US" altLang="zh-CN" dirty="0"/>
          </a:p>
          <a:p>
            <a:pPr marL="0" indent="0" rtl="0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accent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Calibri" panose="020F0502020204030204"/>
              </a:rPr>
              <a:t>研究现状概述之手法</a:t>
            </a:r>
            <a:endParaRPr lang="en-US" altLang="zh-CN" dirty="0">
              <a:solidFill>
                <a:schemeClr val="accent3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  <a:cs typeface="Calibri" panose="020F0502020204030204"/>
            </a:endParaRPr>
          </a:p>
          <a:p>
            <a:pPr marL="0" indent="0" rtl="0">
              <a:lnSpc>
                <a:spcPct val="150000"/>
              </a:lnSpc>
              <a:buNone/>
            </a:pPr>
            <a:r>
              <a:rPr lang="zh-CN" altLang="en-US" dirty="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Calibri" panose="020F0502020204030204"/>
              </a:rPr>
              <a:t>研究现状概述之不足</a:t>
            </a:r>
            <a:endParaRPr lang="en-US" altLang="zh-CN" dirty="0">
              <a:latin typeface="Microsoft YaHei UI Light" panose="020B0502040204020203" pitchFamily="34" charset="-122"/>
              <a:ea typeface="Microsoft YaHei UI Light" panose="020B0502040204020203" pitchFamily="34" charset="-122"/>
              <a:cs typeface="Calibri" panose="020F0502020204030204"/>
            </a:endParaRPr>
          </a:p>
          <a:p>
            <a:pPr marL="0" indent="0" rtl="0">
              <a:lnSpc>
                <a:spcPct val="150000"/>
              </a:lnSpc>
              <a:buNone/>
            </a:pPr>
            <a:r>
              <a:rPr lang="zh-CN" altLang="en-US" dirty="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Calibri" panose="020F0502020204030204"/>
              </a:rPr>
              <a:t>对未来的预测</a:t>
            </a: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en-US" altLang="zh-CN" smtClean="0"/>
              <a:t>2</a:t>
            </a:fld>
            <a:endParaRPr 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48028" y="1263523"/>
            <a:ext cx="8695944" cy="1325880"/>
          </a:xfrm>
        </p:spPr>
        <p:txBody>
          <a:bodyPr/>
          <a:lstStyle/>
          <a:p>
            <a:r>
              <a:rPr lang="zh-CN" altLang="en-US"/>
              <a:t>查找的论文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23770" y="2286000"/>
            <a:ext cx="7745095" cy="3063240"/>
          </a:xfrm>
        </p:spPr>
        <p:txBody>
          <a:bodyPr>
            <a:normAutofit/>
          </a:bodyPr>
          <a:lstStyle/>
          <a:p>
            <a:pPr algn="ctr"/>
            <a:r>
              <a:rPr lang="zh-CN" altLang="en-US"/>
              <a:t>《红楼梦》的情节线索和叙事手法</a:t>
            </a:r>
          </a:p>
          <a:p>
            <a:pPr algn="ctr"/>
            <a:r>
              <a:rPr lang="zh-CN" altLang="en-US"/>
              <a:t>《红楼梦》饮食描写中的修辞手法及其审美</a:t>
            </a:r>
          </a:p>
          <a:p>
            <a:pPr algn="ctr"/>
            <a:r>
              <a:rPr lang="zh-CN" altLang="en-US"/>
              <a:t>《红楼梦》中的预叙手法管窥以宴饮场景为例</a:t>
            </a:r>
          </a:p>
          <a:p>
            <a:pPr algn="ctr"/>
            <a:r>
              <a:rPr lang="zh-CN" altLang="en-US"/>
              <a:t>《红楼梦》评点中的比喻手法</a:t>
            </a:r>
          </a:p>
          <a:p>
            <a:pPr algn="ctr"/>
            <a:r>
              <a:rPr lang="zh-CN" altLang="en-US"/>
              <a:t>试论《红楼梦》中暗示手法的作用</a:t>
            </a:r>
          </a:p>
          <a:p>
            <a:pPr algn="ctr"/>
            <a:r>
              <a:rPr lang="zh-CN" altLang="en-US"/>
              <a:t>浅论《红楼梦》中人物描写的对比手法</a:t>
            </a:r>
          </a:p>
          <a:p>
            <a:pPr algn="ctr"/>
            <a:r>
              <a:rPr lang="zh-CN" altLang="en-US"/>
              <a:t>论《红楼梦》的人物刻画手法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rtl="0"/>
            <a:r>
              <a:rPr lang="zh-CN"/>
              <a:t>演示文稿标题</a:t>
            </a:r>
            <a:endParaRPr 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294A09A9-5501-47C1-A89A-A340965A2BE2}" type="slidenum">
              <a:rPr lang="en-US" altLang="zh-CN" smtClean="0"/>
              <a:t>3</a:t>
            </a:fld>
            <a:endParaRPr 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 altLang="en-US" dirty="0"/>
              <a:t>引言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en-US" altLang="zh-CN" dirty="0"/>
              <a:t>《</a:t>
            </a:r>
            <a:r>
              <a:rPr lang="zh-CN" altLang="en-US" dirty="0"/>
              <a:t>红楼梦</a:t>
            </a:r>
            <a:r>
              <a:rPr lang="en-US" altLang="zh-CN" dirty="0"/>
              <a:t>》</a:t>
            </a:r>
            <a:r>
              <a:rPr lang="zh-CN" altLang="en-US" dirty="0"/>
              <a:t>作为四大名著之一，以其独特的写作手法，深刻的思想内涵广为流传于后世，历来受到广大学者与读者的研究。据统计小说中共描写了 </a:t>
            </a:r>
            <a:r>
              <a:rPr lang="en-US" altLang="zh-CN" dirty="0"/>
              <a:t>975 </a:t>
            </a:r>
            <a:r>
              <a:rPr lang="zh-CN" altLang="en-US" dirty="0"/>
              <a:t>人，有姓名称谓的人物就有 </a:t>
            </a:r>
            <a:r>
              <a:rPr lang="en-US" altLang="zh-CN" dirty="0"/>
              <a:t>732 </a:t>
            </a:r>
            <a:r>
              <a:rPr lang="zh-CN" altLang="en-US" dirty="0"/>
              <a:t>人，众多人物之间又有十分复杂的关系，同时书中还有许多园林，因此写作手法的使用就变得尤为重要。本文将对</a:t>
            </a:r>
            <a:r>
              <a:rPr lang="en-US" altLang="zh-CN" dirty="0"/>
              <a:t>《</a:t>
            </a:r>
            <a:r>
              <a:rPr lang="zh-CN" altLang="en-US" dirty="0"/>
              <a:t>红楼梦</a:t>
            </a:r>
            <a:r>
              <a:rPr lang="en-US" altLang="zh-CN" dirty="0"/>
              <a:t>》</a:t>
            </a:r>
            <a:r>
              <a:rPr lang="zh-CN" altLang="en-US" dirty="0"/>
              <a:t>写作手法研究的文献进行综述，梳理并总结过去的研究现状，以期为后续研究提供参考和借鉴。</a:t>
            </a:r>
            <a:endParaRPr 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en-US" altLang="zh-CN" smtClean="0"/>
              <a:t>4</a:t>
            </a:fld>
            <a:endParaRPr 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defPPr>
              <a:defRPr lang="zh-CN"/>
            </a:defPPr>
          </a:lstStyle>
          <a:p>
            <a:pPr marL="0" indent="0" rtl="0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accent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Calibri" panose="020F0502020204030204"/>
              </a:rPr>
              <a:t>研究现状概述之手法</a:t>
            </a:r>
            <a:endParaRPr lang="en-US" altLang="zh-CN" dirty="0">
              <a:solidFill>
                <a:schemeClr val="accent3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  <a:cs typeface="Calibri" panose="020F0502020204030204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en-US" altLang="zh-CN" smtClean="0"/>
              <a:t>5</a:t>
            </a:fld>
            <a:endParaRPr lang="zh-CN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2"/>
          </p:nvPr>
        </p:nvSpPr>
        <p:spPr>
          <a:xfrm>
            <a:off x="0" y="2299970"/>
            <a:ext cx="12192000" cy="4465955"/>
          </a:xfrm>
        </p:spPr>
        <p:txBody>
          <a:bodyPr>
            <a:normAutofit fontScale="40000"/>
          </a:bodyPr>
          <a:lstStyle/>
          <a:p>
            <a:pPr algn="just">
              <a:lnSpc>
                <a:spcPct val="120000"/>
              </a:lnSpc>
            </a:pPr>
            <a:endParaRPr altLang="en-US" sz="2400" dirty="0">
              <a:effectLst/>
              <a:sym typeface="+mn-ea"/>
            </a:endParaRPr>
          </a:p>
          <a:p>
            <a:pPr algn="just">
              <a:lnSpc>
                <a:spcPct val="120000"/>
              </a:lnSpc>
            </a:pPr>
            <a:r>
              <a:rPr altLang="en-US" sz="4000" dirty="0">
                <a:effectLst/>
                <a:sym typeface="+mn-ea"/>
              </a:rPr>
              <a:t>学者们在红楼梦中挖掘出了很多种手法，在此只列举一二。</a:t>
            </a:r>
          </a:p>
          <a:p>
            <a:pPr algn="just">
              <a:lnSpc>
                <a:spcPct val="120000"/>
              </a:lnSpc>
            </a:pPr>
            <a:r>
              <a:rPr altLang="en-US" sz="5000" dirty="0">
                <a:effectLst/>
                <a:sym typeface="+mn-ea"/>
              </a:rPr>
              <a:t>运用了比喻、比拟、谐音、夸张等诸多修辞手法</a:t>
            </a:r>
            <a:endParaRPr lang="zh-CN" altLang="zh-CN" sz="5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zh-CN" altLang="zh-CN" sz="5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修辞手法的作用</a:t>
            </a:r>
            <a:r>
              <a:rPr lang="en-US" altLang="zh-CN" sz="5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1.</a:t>
            </a:r>
            <a:r>
              <a:rPr lang="zh-CN" altLang="zh-CN" sz="5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烘托人物形象。第七十五回中秋宴会上，王夫 人送来了一道</a:t>
            </a:r>
            <a:r>
              <a:rPr lang="en-US" altLang="zh-CN" sz="5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5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椒油莼齑酱</a:t>
            </a:r>
            <a:r>
              <a:rPr lang="en-US" altLang="zh-CN" sz="5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5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，贾 母甚是欢喜，鸳鸯便将碟子挪在 眼前；贾赦送了两样菜，鸳鸯有意 不说菜名，贾母也是尝也没尝，直 接将菜送了回去，通过对贾母的 态度、鸳鸯的行为进行对比，表现 出了贾母不喜欢贾赦以及鸳鸯对 贾赦的厌恶，也为后文贾赦讲偏 心笑话相呼应</a:t>
            </a:r>
          </a:p>
          <a:p>
            <a:pPr algn="just">
              <a:lnSpc>
                <a:spcPct val="120000"/>
              </a:lnSpc>
            </a:pPr>
            <a:r>
              <a:rPr lang="en-US" altLang="zh-CN" sz="5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zh-CN" sz="5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推动情节发展 第八回出现的</a:t>
            </a:r>
            <a:r>
              <a:rPr lang="en-US" altLang="zh-CN" sz="5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5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枫露茶</a:t>
            </a:r>
            <a:r>
              <a:rPr lang="en-US" altLang="zh-CN" sz="5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5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，以 枫叶的颜色来比茶的颜色。</a:t>
            </a:r>
            <a:r>
              <a:rPr lang="en-US" altLang="zh-CN" sz="5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5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枫露 茶</a:t>
            </a:r>
            <a:r>
              <a:rPr lang="en-US" altLang="zh-CN" sz="5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5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又谐音</a:t>
            </a:r>
            <a:r>
              <a:rPr lang="en-US" altLang="zh-CN" sz="5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5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逢怒茶</a:t>
            </a:r>
            <a:r>
              <a:rPr lang="en-US" altLang="zh-CN" sz="5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5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，作者通过一 盏三四次后才出色且特殊名贵的 枫露茶，激化了宝玉与奶妈李嬷 嬷的矛盾，李奶奶因此被赶走，无 辜茜雪也受到牵连，层层递进，推动了情节发展。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defPPr>
              <a:defRPr lang="zh-CN"/>
            </a:defPPr>
          </a:lstStyle>
          <a:p>
            <a:pPr marL="0" indent="0" rtl="0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accent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Calibri" panose="020F0502020204030204"/>
              </a:rPr>
              <a:t>研究现状概述之手法</a:t>
            </a:r>
            <a:endParaRPr lang="en-US" altLang="zh-CN" dirty="0">
              <a:solidFill>
                <a:schemeClr val="accent3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  <a:cs typeface="Calibri" panose="020F0502020204030204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en-US" altLang="zh-CN" smtClean="0"/>
              <a:t>6</a:t>
            </a:fld>
            <a:endParaRPr lang="zh-CN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2"/>
          </p:nvPr>
        </p:nvSpPr>
        <p:spPr>
          <a:xfrm>
            <a:off x="0" y="2861199"/>
            <a:ext cx="12192000" cy="3860276"/>
          </a:xfrm>
        </p:spPr>
        <p:txBody>
          <a:bodyPr>
            <a:noAutofit/>
          </a:bodyPr>
          <a:lstStyle/>
          <a:p>
            <a:pPr marL="228600" indent="-228600" algn="just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zh-CN" sz="2400" dirty="0">
                <a:effectLst/>
              </a:rPr>
              <a:t>3.</a:t>
            </a:r>
            <a:r>
              <a:rPr lang="zh-CN" altLang="en-US" sz="2400" dirty="0">
                <a:effectLst/>
              </a:rPr>
              <a:t>奠定小说基调</a:t>
            </a:r>
            <a:r>
              <a:rPr lang="en-US" altLang="zh-CN" sz="2400" dirty="0">
                <a:effectLst/>
              </a:rPr>
              <a:t> </a:t>
            </a:r>
            <a:r>
              <a:rPr lang="zh-CN" altLang="en-US" sz="2400" dirty="0">
                <a:effectLst/>
              </a:rPr>
              <a:t>第五回宝玉梦游太虚幻境中出现的“千红一窟”、“万艳同杯”，用了谐音、夸张、借代等修辞手法。并有“千红一哭”、“万艳同悲”之意，“红”与“艳”指代大观园中的女子们，而“悲”与“哭”则暗示了她们的命运，奠定了小说的悲剧基调，营造了小说哀伤美的美学基调。第二十二回，元春省亲猜灯谜中出现“猴子身轻站树梢</a:t>
            </a:r>
            <a:r>
              <a:rPr lang="en-US" altLang="zh-CN" sz="2400" dirty="0">
                <a:effectLst/>
              </a:rPr>
              <a:t>——</a:t>
            </a:r>
            <a:r>
              <a:rPr lang="zh-CN" altLang="en-US" sz="2400" dirty="0">
                <a:effectLst/>
              </a:rPr>
              <a:t>打一果名</a:t>
            </a:r>
            <a:r>
              <a:rPr lang="en-US" altLang="zh-CN" sz="2400" dirty="0">
                <a:effectLst/>
              </a:rPr>
              <a:t>——</a:t>
            </a:r>
            <a:r>
              <a:rPr lang="zh-CN" altLang="en-US" sz="2400" dirty="0">
                <a:effectLst/>
              </a:rPr>
              <a:t>荔枝</a:t>
            </a:r>
            <a:r>
              <a:rPr lang="en-US" altLang="zh-CN" sz="2400" dirty="0">
                <a:effectLst/>
              </a:rPr>
              <a:t>——</a:t>
            </a:r>
            <a:r>
              <a:rPr lang="zh-CN" altLang="en-US" sz="2400" dirty="0">
                <a:effectLst/>
              </a:rPr>
              <a:t>树倒猢狲散”与第五十四回元宵节凤姐所讲的不好笑的笑话“聋子放炮仗</a:t>
            </a:r>
            <a:r>
              <a:rPr lang="en-US" altLang="zh-CN" sz="2400" dirty="0">
                <a:effectLst/>
              </a:rPr>
              <a:t>——</a:t>
            </a:r>
            <a:r>
              <a:rPr lang="zh-CN" altLang="en-US" sz="2400" dirty="0">
                <a:effectLst/>
              </a:rPr>
              <a:t>散了罢”有异曲同工之妙，暗示贾府正走向没落、被抄家悲剧。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defPPr>
              <a:defRPr lang="zh-CN"/>
            </a:defPPr>
          </a:lstStyle>
          <a:p>
            <a:pPr marL="0" indent="0" rtl="0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accent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Calibri" panose="020F0502020204030204"/>
              </a:rPr>
              <a:t>研究现状概述之手法</a:t>
            </a:r>
            <a:endParaRPr lang="en-US" altLang="zh-CN" dirty="0">
              <a:solidFill>
                <a:schemeClr val="accent3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  <a:cs typeface="Calibri" panose="020F0502020204030204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en-US" altLang="zh-CN" smtClean="0"/>
              <a:t>7</a:t>
            </a:fld>
            <a:endParaRPr lang="zh-CN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2"/>
          </p:nvPr>
        </p:nvSpPr>
        <p:spPr>
          <a:xfrm>
            <a:off x="0" y="2931736"/>
            <a:ext cx="12192000" cy="3718874"/>
          </a:xfrm>
        </p:spPr>
        <p:txBody>
          <a:bodyPr>
            <a:normAutofit/>
          </a:bodyPr>
          <a:lstStyle/>
          <a:p>
            <a:pPr algn="just"/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预叙手法</a:t>
            </a:r>
          </a:p>
          <a:p>
            <a:pPr algn="just"/>
            <a:r>
              <a:rPr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预叙手法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属于叙事时序中的一种，叙事时序就是叙事时间的顺序，是叙述者讲述故事的时序。在文学作品中，故事时序是固定不变的，叙事时序则可以变化不定。叙事时序包括顺叙、倒叙和预叙三种。预叙指的是“事先讲述或提及以后事件的一切叙述活动。”</a:t>
            </a:r>
          </a:p>
          <a:p>
            <a:pPr algn="just"/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《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红楼梦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》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中的预叙手法使用非常多，与宴饮场景相关的有梦境、判词、曲词、戏文、灯谜、酒令等。通过梳理可以得知，预叙通过宴饮过程中的活动，如进入梦境、听戏曲、制灯谜、行酒令等来完成，悲剧性的预示常常发生在众人团聚、温馨欢乐的场景中，这又何尝不是一种讽刺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defPPr>
              <a:defRPr lang="zh-CN"/>
            </a:defPPr>
          </a:lstStyle>
          <a:p>
            <a:pPr marL="0" indent="0" rtl="0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accent3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Calibri" panose="020F0502020204030204"/>
              </a:rPr>
              <a:t>研究现状概述之手法</a:t>
            </a:r>
            <a:endParaRPr lang="en-US" altLang="zh-CN" dirty="0">
              <a:solidFill>
                <a:schemeClr val="accent3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  <a:cs typeface="Calibri" panose="020F0502020204030204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en-US" altLang="zh-CN" smtClean="0"/>
              <a:t>8</a:t>
            </a:fld>
            <a:endParaRPr lang="zh-CN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2"/>
          </p:nvPr>
        </p:nvSpPr>
        <p:spPr>
          <a:xfrm>
            <a:off x="0" y="2820038"/>
            <a:ext cx="12192000" cy="3718874"/>
          </a:xfrm>
        </p:spPr>
        <p:txBody>
          <a:bodyPr>
            <a:normAutofit/>
          </a:bodyPr>
          <a:lstStyle/>
          <a:p>
            <a:pPr algn="just"/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《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红楼梦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》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中的宴饮场景，多用诗词、酒令、灯谜、戏曲等完成预叙，在这个过程中，读者会发生心理期待，这种心理期待会在之后的阅读中不断被满足。</a:t>
            </a:r>
          </a:p>
          <a:p>
            <a:pPr algn="just"/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除了使读者产生心理期待外，预叙还有利于小说整体结构的完整。</a:t>
            </a:r>
          </a:p>
          <a:p>
            <a:pPr algn="just"/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预叙也时常会把人物与人物串联起来，使人物之间彼此联系，相互对照，为人物之间设置巧妙的牵绊。</a:t>
            </a:r>
          </a:p>
          <a:p>
            <a:pPr algn="just"/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预叙经常会揭示故事的真相，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《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红楼梦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》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诞生在思想控制较为严格的清代，其一向被不少学者认为与清史有关系，照此说法的话，曹雪芹为了避免一些不必要的麻烦，在创作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·42·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今古文创红楼梦时，运用了大量的“春秋笔法”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marL="0" indent="0" rtl="0">
              <a:lnSpc>
                <a:spcPct val="150000"/>
              </a:lnSpc>
              <a:buNone/>
            </a:pPr>
            <a:r>
              <a:rPr altLang="en-US" dirty="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Calibri" panose="020F0502020204030204"/>
                <a:sym typeface="+mn-ea"/>
              </a:rPr>
              <a:t>研究现状概述之不足</a:t>
            </a:r>
            <a:endParaRPr lang="en-US" altLang="zh-CN" dirty="0">
              <a:latin typeface="Microsoft YaHei UI Light" panose="020B0502040204020203" pitchFamily="34" charset="-122"/>
              <a:ea typeface="Microsoft YaHei UI Light" panose="020B0502040204020203" pitchFamily="34" charset="-122"/>
              <a:cs typeface="Calibri" panose="020F0502020204030204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en-US" altLang="zh-CN" smtClean="0"/>
              <a:t>9</a:t>
            </a:fld>
            <a:endParaRPr lang="zh-CN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忽视脂砚斋的批语：在早期的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《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红楼梦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》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研究中，部分学者和评论家对脂砚斋的批语重视不够。脂砚斋作为与曹雪芹同时代的重要批评家，其批语对理解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《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红楼梦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》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的写作手法、创作动机和深层含义具有重要意义。 然而，部分学者在研究时未能充分吸收和利用脂砚斋的批语，导致对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《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红楼梦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》</a:t>
            </a:r>
            <a:r>
              <a:rPr lang="zh-CN" altLang="en-US" sz="2400" dirty="0">
                <a:latin typeface="等线" panose="02010600030101010101" pitchFamily="2" charset="-122"/>
                <a:ea typeface="等线" panose="02010600030101010101" pitchFamily="2" charset="-122"/>
              </a:rPr>
              <a:t>的写作手法理解不够深入。</a:t>
            </a:r>
            <a:endParaRPr lang="en-US" altLang="zh-CN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zh-CN" altLang="en-US" sz="24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对写作手法多样性的认识不足：</a:t>
            </a:r>
            <a:r>
              <a:rPr lang="en-US" altLang="zh-CN" sz="24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《</a:t>
            </a:r>
            <a:r>
              <a:rPr lang="zh-CN" altLang="en-US" sz="24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红楼梦</a:t>
            </a:r>
            <a:r>
              <a:rPr lang="en-US" altLang="zh-CN" sz="24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》</a:t>
            </a:r>
            <a:r>
              <a:rPr lang="zh-CN" altLang="en-US" sz="24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采用了多种复杂而独特的写作手法，如暗度金针法、草色灰线法、横云断岭法等。然而，在早期的研究中，部分学者对这些写作手法的认识不够全面和深入，导致对</a:t>
            </a:r>
            <a:r>
              <a:rPr lang="en-US" altLang="zh-CN" sz="24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《</a:t>
            </a:r>
            <a:r>
              <a:rPr lang="zh-CN" altLang="en-US" sz="24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红楼梦</a:t>
            </a:r>
            <a:r>
              <a:rPr lang="en-US" altLang="zh-CN" sz="24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》</a:t>
            </a:r>
            <a:r>
              <a:rPr lang="zh-CN" altLang="en-US" sz="24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的艺术价值评价不足。</a:t>
            </a:r>
            <a:endParaRPr lang="zh-CN" altLang="en-US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endParaRPr lang="zh-CN" altLang="en-US" sz="2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marL="0" indent="0" rtl="0">
              <a:lnSpc>
                <a:spcPct val="150000"/>
              </a:lnSpc>
              <a:buNone/>
            </a:pPr>
            <a:r>
              <a:rPr altLang="en-US" dirty="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Calibri" panose="020F0502020204030204"/>
                <a:sym typeface="+mn-ea"/>
              </a:rPr>
              <a:t>研究现状概述之不足</a:t>
            </a:r>
            <a:endParaRPr lang="en-US" altLang="zh-CN" dirty="0">
              <a:latin typeface="Microsoft YaHei UI Light" panose="020B0502040204020203" pitchFamily="34" charset="-122"/>
              <a:ea typeface="Microsoft YaHei UI Light" panose="020B0502040204020203" pitchFamily="34" charset="-122"/>
              <a:cs typeface="Calibri" panose="020F0502020204030204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en-US" altLang="zh-CN" smtClean="0"/>
              <a:t>10</a:t>
            </a:fld>
            <a:endParaRPr lang="zh-CN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对人物和情节复杂性的忽视：</a:t>
            </a:r>
            <a:r>
              <a:rPr lang="en-US" altLang="zh-CN" sz="24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《</a:t>
            </a:r>
            <a:r>
              <a:rPr lang="zh-CN" altLang="en-US" sz="24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红楼梦</a:t>
            </a:r>
            <a:r>
              <a:rPr lang="en-US" altLang="zh-CN" sz="24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》</a:t>
            </a:r>
            <a:r>
              <a:rPr lang="zh-CN" altLang="en-US" sz="24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中的人物和情节极其复杂，涉及众多的家族、人物和事件。然而，部分学者在研究时往往只关注其中的某些方面，而忽视了整体的复杂性和多样性。这导致了对</a:t>
            </a:r>
            <a:r>
              <a:rPr lang="en-US" altLang="zh-CN" sz="24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《</a:t>
            </a:r>
            <a:r>
              <a:rPr lang="zh-CN" altLang="en-US" sz="24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红楼梦</a:t>
            </a:r>
            <a:r>
              <a:rPr lang="en-US" altLang="zh-CN" sz="24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》</a:t>
            </a:r>
            <a:r>
              <a:rPr lang="zh-CN" altLang="en-US" sz="24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人物和情节的理解不够全面和深入。</a:t>
            </a:r>
          </a:p>
          <a:p>
            <a:r>
              <a:rPr lang="zh-CN" altLang="en-US" sz="24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缺乏跨学科的研究视角：</a:t>
            </a:r>
            <a:r>
              <a:rPr lang="en-US" altLang="zh-CN" sz="24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《</a:t>
            </a:r>
            <a:r>
              <a:rPr lang="zh-CN" altLang="en-US" sz="24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红楼梦</a:t>
            </a:r>
            <a:r>
              <a:rPr lang="en-US" altLang="zh-CN" sz="24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》</a:t>
            </a:r>
            <a:r>
              <a:rPr lang="zh-CN" altLang="en-US" sz="24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作为一部具有深厚文化底蕴和丰富艺术价值的作品，需要跨学科的研究视角来深入挖掘其内在价值。然而，在早期的研究中，部分学者往往只从文学或历史的角度进行研究，而缺乏其他学科的研究视角和方法。这限制了对</a:t>
            </a:r>
            <a:r>
              <a:rPr lang="en-US" altLang="zh-CN" sz="24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《</a:t>
            </a:r>
            <a:r>
              <a:rPr lang="zh-CN" altLang="en-US" sz="24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红楼梦</a:t>
            </a:r>
            <a:r>
              <a:rPr lang="en-US" altLang="zh-CN" sz="24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》</a:t>
            </a:r>
            <a:r>
              <a:rPr lang="zh-CN" altLang="en-US" sz="24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研究的广度和深度。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marL="0" indent="0" rtl="0">
              <a:lnSpc>
                <a:spcPct val="150000"/>
              </a:lnSpc>
              <a:buNone/>
            </a:pPr>
            <a:r>
              <a:rPr altLang="en-US" dirty="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Calibri" panose="020F0502020204030204"/>
                <a:sym typeface="+mn-ea"/>
              </a:rPr>
              <a:t>对未来的预测</a:t>
            </a:r>
            <a:endParaRPr lang="zh-CN" altLang="zh-CN" dirty="0">
              <a:solidFill>
                <a:schemeClr val="accent3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  <a:cs typeface="Calibri" panose="020F0502020204030204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en-US" altLang="zh-CN" smtClean="0"/>
              <a:t>11</a:t>
            </a:fld>
            <a:endParaRPr lang="zh-CN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2"/>
          </p:nvPr>
        </p:nvSpPr>
        <p:spPr/>
        <p:txBody>
          <a:bodyPr>
            <a:noAutofit/>
          </a:bodyPr>
          <a:lstStyle/>
          <a:p>
            <a:pPr algn="just"/>
            <a:r>
              <a:rPr altLang="zh-CN" sz="2400" kern="0" dirty="0">
                <a:solidFill>
                  <a:srgbClr val="231F2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  <a:sym typeface="+mn-ea"/>
              </a:rPr>
              <a:t>未来对《红楼梦》中预叙手法的研究，可以从以下几个方向进行探索：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altLang="zh-CN" sz="2400" kern="0" dirty="0">
                <a:solidFill>
                  <a:srgbClr val="231F2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  <a:sym typeface="+mn-ea"/>
              </a:rPr>
              <a:t>文本细读与细节解析：深入分析《红楼梦》文本中的预叙手法，探讨作者如何通过语言、情节和人物对话等方式来实施预叙。研究可以关注具体的预叙实例，如贾宝玉梦会秦可卿、金陵十二钗正册和副册的判词，查看这些预叙如何与后续情节相呼应。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altLang="zh-CN" sz="2400" kern="0" dirty="0">
                <a:solidFill>
                  <a:srgbClr val="231F2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  <a:sym typeface="+mn-ea"/>
              </a:rPr>
              <a:t>叙事结构与预叙手法的关系：探讨《红楼梦》的整体叙事结构，分析预叙手法在这其中的作用。研究可以关注预叙手法如何帮助构建小说的多层次叙事结构，以及如何影响读者的阅读体验和期待。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altLang="zh-CN" sz="2400" kern="0" dirty="0">
                <a:solidFill>
                  <a:srgbClr val="231F2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  <a:sym typeface="+mn-ea"/>
              </a:rPr>
              <a:t>预叙与主题思想的关联：研究《红楼梦》中预叙手法与小说主题思想之间的关系。探讨预叙手法如何揭示和强化小说的主题，如人生的无常、命运的不可捉摸、爱情的悲剧性等。</a:t>
            </a:r>
            <a:endParaRPr lang="zh-CN" altLang="en-US" sz="2400" dirty="0"/>
          </a:p>
          <a:p>
            <a:endParaRPr lang="zh-CN" alt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marL="0" indent="0" rtl="0">
              <a:lnSpc>
                <a:spcPct val="150000"/>
              </a:lnSpc>
              <a:buNone/>
            </a:pPr>
            <a:r>
              <a:rPr altLang="en-US" dirty="0">
                <a:latin typeface="Microsoft YaHei UI Light" panose="020B0502040204020203" pitchFamily="34" charset="-122"/>
                <a:ea typeface="Microsoft YaHei UI Light" panose="020B0502040204020203" pitchFamily="34" charset="-122"/>
                <a:cs typeface="Calibri" panose="020F0502020204030204"/>
                <a:sym typeface="+mn-ea"/>
              </a:rPr>
              <a:t>对未来的预测</a:t>
            </a:r>
            <a:endParaRPr lang="zh-CN" altLang="zh-CN" dirty="0">
              <a:solidFill>
                <a:schemeClr val="accent3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  <a:cs typeface="Calibri" panose="020F0502020204030204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294A09A9-5501-47C1-A89A-A340965A2BE2}" type="slidenum">
              <a:rPr lang="en-US" altLang="zh-CN" smtClean="0"/>
              <a:t>12</a:t>
            </a:fld>
            <a:endParaRPr lang="zh-CN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2"/>
          </p:nvPr>
        </p:nvSpPr>
        <p:spPr>
          <a:xfrm>
            <a:off x="975360" y="2371820"/>
            <a:ext cx="10241280" cy="3319272"/>
          </a:xfrm>
        </p:spPr>
        <p:txBody>
          <a:bodyPr>
            <a:noAutofit/>
          </a:bodyPr>
          <a:lstStyle/>
          <a:p>
            <a:pPr algn="just"/>
            <a:r>
              <a:rPr altLang="zh-CN" sz="2000" kern="0" dirty="0">
                <a:solidFill>
                  <a:srgbClr val="231F2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  <a:sym typeface="+mn-ea"/>
              </a:rPr>
              <a:t>与传统文化和文学手法的结合：探讨《红楼梦》中预叙手法与中国传统文化和文学手法的结合。研究可以关注《红楼梦》如何借鉴古代文学中的预叙手法，如《左传》《史记》等经典作品中的预叙方式。</a:t>
            </a:r>
            <a:endParaRPr lang="en-US" altLang="zh-CN" sz="2000" kern="0" dirty="0">
              <a:solidFill>
                <a:srgbClr val="231F2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  <a:p>
            <a:pPr algn="just"/>
            <a:r>
              <a:rPr altLang="zh-CN" sz="2000" kern="0" dirty="0">
                <a:solidFill>
                  <a:srgbClr val="231F2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  <a:sym typeface="+mn-ea"/>
              </a:rPr>
              <a:t>预叙手法的文学价值和艺术效果：探讨《红楼梦》中预叙手法的文学价值和艺术效果。研究可以分析预叙手法如何增强小说的戏剧性、张力和悬念感，以及如何塑造复杂而深刻的人物形象。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altLang="zh-CN" sz="2000" kern="0" dirty="0">
                <a:solidFill>
                  <a:srgbClr val="231F2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  <a:sym typeface="+mn-ea"/>
              </a:rPr>
              <a:t>跨文化比较研究：将《红楼梦》中的预叙手法与其他文化和文学传统中的预叙手法进行比较研究。探索预叙手法在不同文化背景下的表现和作用，分析其异同点。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altLang="zh-CN" sz="2000" kern="0" dirty="0">
                <a:solidFill>
                  <a:srgbClr val="231F2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  <a:sym typeface="+mn-ea"/>
              </a:rPr>
              <a:t>现代叙事理论视角下的预叙手法研究：运用现代叙事学理论，如结构主义叙事学、后结构主义叙事学等，重新审视《红楼梦》中的预叙手法。研究可以借鉴现代叙事学的概念和方法，对预叙手法进行系统的分析和解释。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altLang="zh-CN" sz="2000" kern="0" dirty="0">
                <a:solidFill>
                  <a:srgbClr val="231F2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宋体" panose="02010600030101010101" pitchFamily="2" charset="-122"/>
                <a:sym typeface="+mn-ea"/>
              </a:rPr>
              <a:t>通过上述研究方向的探索，可以更加全面和深入地理解《红楼梦》中的预叙手法，揭示其在小说叙事艺术和主题表达中的独特价值。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sz="2000" dirty="0"/>
          </a:p>
          <a:p>
            <a:endParaRPr lang="zh-CN" alt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/>
              <a:t>谢谢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2ZmM2YwYjIzYTM0ZWNkZGZhNzdlNDNiZDYwNGNkMzAifQ=="/>
</p:tagLst>
</file>

<file path=ppt/theme/theme1.xml><?xml version="1.0" encoding="utf-8"?>
<a:theme xmlns:a="http://schemas.openxmlformats.org/drawingml/2006/main" name="Office 主题">
  <a:themeElements>
    <a:clrScheme name="Custom 20">
      <a:dk1>
        <a:srgbClr val="000000"/>
      </a:dk1>
      <a:lt1>
        <a:srgbClr val="FFFFFF"/>
      </a:lt1>
      <a:dk2>
        <a:srgbClr val="CAD8D6"/>
      </a:dk2>
      <a:lt2>
        <a:srgbClr val="E7E6E6"/>
      </a:lt2>
      <a:accent1>
        <a:srgbClr val="7E8679"/>
      </a:accent1>
      <a:accent2>
        <a:srgbClr val="72292A"/>
      </a:accent2>
      <a:accent3>
        <a:srgbClr val="4A3A1C"/>
      </a:accent3>
      <a:accent4>
        <a:srgbClr val="E47D60"/>
      </a:accent4>
      <a:accent5>
        <a:srgbClr val="CEBBAF"/>
      </a:accent5>
      <a:accent6>
        <a:srgbClr val="E8DAC4"/>
      </a:accent6>
      <a:hlink>
        <a:srgbClr val="3968F6"/>
      </a:hlink>
      <a:folHlink>
        <a:srgbClr val="954F72"/>
      </a:folHlink>
    </a:clrScheme>
    <a:fontScheme name="Custom 23">
      <a:majorFont>
        <a:latin typeface="Microsoft YaHei UI"/>
        <a:ea typeface="Microsoft YaHei UI"/>
        <a:cs typeface=""/>
      </a:majorFont>
      <a:minorFont>
        <a:latin typeface="Microsoft YaHei UI Light"/>
        <a:ea typeface="Microsoft YaHei UI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 UI Light"/>
        <a:ea typeface=""/>
        <a:cs typeface=""/>
        <a:font script="Jpan" typeface="游ゴシック Light"/>
        <a:font script="Hang" typeface="맑은 고딕"/>
        <a:font script="Hans" typeface="Microsoft YaHei UI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 UI"/>
        <a:ea typeface=""/>
        <a:cs typeface=""/>
        <a:font script="Jpan" typeface="游ゴシック"/>
        <a:font script="Hang" typeface="맑은 고딕"/>
        <a:font script="Hans" typeface="Microsoft YaHei U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 UI Light"/>
        <a:ea typeface=""/>
        <a:cs typeface=""/>
        <a:font script="Jpan" typeface="游ゴシック Light"/>
        <a:font script="Hang" typeface="맑은 고딕"/>
        <a:font script="Hans" typeface="Microsoft YaHei UI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 UI"/>
        <a:ea typeface=""/>
        <a:cs typeface=""/>
        <a:font script="Jpan" typeface="游ゴシック"/>
        <a:font script="Hang" typeface="맑은 고딕"/>
        <a:font script="Hans" typeface="Microsoft YaHei U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4EFF02-EA18-493C-972D-813DB244CB64}">
  <ds:schemaRefs/>
</ds:datastoreItem>
</file>

<file path=customXml/itemProps2.xml><?xml version="1.0" encoding="utf-8"?>
<ds:datastoreItem xmlns:ds="http://schemas.openxmlformats.org/officeDocument/2006/customXml" ds:itemID="{8FBB2F3B-6257-41BB-8B64-5AC7494F274B}">
  <ds:schemaRefs/>
</ds:datastoreItem>
</file>

<file path=customXml/itemProps3.xml><?xml version="1.0" encoding="utf-8"?>
<ds:datastoreItem xmlns:ds="http://schemas.openxmlformats.org/officeDocument/2006/customXml" ds:itemID="{9ACE2AAA-C718-435C-B4E6-95A08ACAC44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{9DAB62CB-849B-4BAD-9CE6-F6D3C096E5C7}tf56410444_win32</Template>
  <TotalTime>0</TotalTime>
  <Words>1383</Words>
  <Application>Microsoft Office PowerPoint</Application>
  <PresentationFormat>宽屏</PresentationFormat>
  <Paragraphs>79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Microsoft YaHei UI</vt:lpstr>
      <vt:lpstr>Microsoft YaHei UI Light</vt:lpstr>
      <vt:lpstr>等线</vt:lpstr>
      <vt:lpstr>Arial</vt:lpstr>
      <vt:lpstr>Office 主题</vt:lpstr>
      <vt:lpstr>红楼梦的手法研究</vt:lpstr>
      <vt:lpstr>目录</vt:lpstr>
      <vt:lpstr>查找的论文</vt:lpstr>
      <vt:lpstr>引言</vt:lpstr>
      <vt:lpstr>研究现状概述之手法</vt:lpstr>
      <vt:lpstr>研究现状概述之手法</vt:lpstr>
      <vt:lpstr>研究现状概述之手法</vt:lpstr>
      <vt:lpstr>研究现状概述之手法</vt:lpstr>
      <vt:lpstr>研究现状概述之不足</vt:lpstr>
      <vt:lpstr>研究现状概述之不足</vt:lpstr>
      <vt:lpstr>对未来的预测</vt:lpstr>
      <vt:lpstr>对未来的预测</vt:lpstr>
      <vt:lpstr>谢谢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辰元 王</dc:creator>
  <cp:lastModifiedBy>辰元 王</cp:lastModifiedBy>
  <cp:revision>11</cp:revision>
  <dcterms:created xsi:type="dcterms:W3CDTF">2024-06-11T13:00:00Z</dcterms:created>
  <dcterms:modified xsi:type="dcterms:W3CDTF">2024-06-11T14:45:08Z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901A6C0599C84893A8D6EA56E51704B0_12</vt:lpwstr>
  </property>
  <property fmtid="{D5CDD505-2E9C-101B-9397-08002B2CF9AE}" pid="4" name="KSOProductBuildVer">
    <vt:lpwstr>2052-12.1.0.16729</vt:lpwstr>
  </property>
</Properties>
</file>